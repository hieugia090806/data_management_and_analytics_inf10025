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0.xml" ContentType="application/vnd.openxmlformats-officedocument.presentationml.notesSlide+xml"/>
  <Override PartName="/ppt/ink/ink20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18.xml" ContentType="application/vnd.openxmlformats-officedocument.presentationml.notesSlide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notesSlides/notesSlide19.xml" ContentType="application/vnd.openxmlformats-officedocument.presentationml.notesSlide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sldIdLst>
    <p:sldId id="404" r:id="rId2"/>
    <p:sldId id="362" r:id="rId3"/>
    <p:sldId id="327" r:id="rId4"/>
    <p:sldId id="403" r:id="rId5"/>
    <p:sldId id="335" r:id="rId6"/>
    <p:sldId id="336" r:id="rId7"/>
    <p:sldId id="337" r:id="rId8"/>
    <p:sldId id="339" r:id="rId9"/>
    <p:sldId id="340" r:id="rId10"/>
    <p:sldId id="341" r:id="rId11"/>
    <p:sldId id="349" r:id="rId12"/>
    <p:sldId id="344" r:id="rId13"/>
    <p:sldId id="393" r:id="rId14"/>
    <p:sldId id="350" r:id="rId15"/>
    <p:sldId id="338" r:id="rId16"/>
    <p:sldId id="345" r:id="rId17"/>
    <p:sldId id="346" r:id="rId18"/>
    <p:sldId id="330" r:id="rId19"/>
    <p:sldId id="331" r:id="rId20"/>
    <p:sldId id="348" r:id="rId21"/>
    <p:sldId id="394" r:id="rId22"/>
    <p:sldId id="352" r:id="rId23"/>
    <p:sldId id="353" r:id="rId24"/>
    <p:sldId id="354" r:id="rId25"/>
    <p:sldId id="396" r:id="rId26"/>
    <p:sldId id="351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99" r:id="rId35"/>
    <p:sldId id="400" r:id="rId36"/>
    <p:sldId id="401" r:id="rId37"/>
    <p:sldId id="402" r:id="rId38"/>
    <p:sldId id="367" r:id="rId39"/>
    <p:sldId id="387" r:id="rId40"/>
    <p:sldId id="390" r:id="rId41"/>
    <p:sldId id="391" r:id="rId42"/>
    <p:sldId id="388" r:id="rId43"/>
    <p:sldId id="398" r:id="rId44"/>
    <p:sldId id="369" r:id="rId45"/>
    <p:sldId id="371" r:id="rId46"/>
    <p:sldId id="372" r:id="rId47"/>
    <p:sldId id="373" r:id="rId48"/>
    <p:sldId id="374" r:id="rId49"/>
    <p:sldId id="375" r:id="rId50"/>
    <p:sldId id="376" r:id="rId51"/>
    <p:sldId id="377" r:id="rId52"/>
    <p:sldId id="397" r:id="rId53"/>
    <p:sldId id="378" r:id="rId54"/>
    <p:sldId id="379" r:id="rId55"/>
    <p:sldId id="395" r:id="rId56"/>
    <p:sldId id="380" r:id="rId57"/>
    <p:sldId id="381" r:id="rId58"/>
    <p:sldId id="392" r:id="rId59"/>
    <p:sldId id="382" r:id="rId60"/>
    <p:sldId id="383" r:id="rId61"/>
    <p:sldId id="385" r:id="rId62"/>
    <p:sldId id="384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8:27.73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7193 13791 0,'25'0'172,"50"0"-156,-51 0-1,26 0-15,24 0 16,26 0 0,-51 0-1,1 0 1,-25 0-16,49 0 15,0 0 1,1 0-16,-50 0 16,49 0-1,-49 0-15,0 0 16,0 25-16,24-25 31,-24 0-31,25 0 16,-26 0-16,1 0 15,0 0-15,25 0 16,24 0 0,-49 0-1,24 0-15,-24 25 16,0-25-16,0 0 16,24 0-1,1 0-15,0 0 16,-26 25-1,51-25-15,-50 25 16,49-25-16,-24 0 16,-1 0-16,26 0 15,-50 0-15,49 0 16,0 0-16,-24 0 16,24 0-1,50 0 1,-74 0-16,0 0 15,-1 0 1,1 0-16,24 0 16,1 0-1,-51 0 17,26 0-17,24 0 1,-49 0-16,0 0 15,25 0-15,-25 0 16,24 0-16,1 0 16,-1 0-16,-24 0 15,50 0 1,-1 0-16,25 0 31,0 0-31,-24 0 0,98 0 31,-123 0-31,0 0 16,49 0 0,-25 0-16,-49 0 0,25 0 15,-25 0 1,-1 0-16,51 0 31,-50 0-15,-1 0-1,1 0 79,25 0-78,-25 0-16,-1 0 15,1 0 17,0 0-1,0 0-15,0 0-1,-1 0 1,1 0-1,25 0 95,-25 0-95,-1 0 1,1 0 0,0 0-1,0-25 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9:23.3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4887 11559 0,'99'0'234,"0"0"-218,-49 25-1,-26-25 1,26 0-16,0 0 15,-1 0 1,-24 0 0,74 0-1,-74 0-15,25 0 16,-1 0-16,1 0 16,-1 0-16,1 0 15,0 0 1,-26 0-16,1 0 15,0 0-15,25 0 16,-25 0 0,-1 0-16,1 0 31,0 0-15,0 0 15,0 0-16,-1 0-15,26 0 16,-25 0-16,24 0 16,1 0-16,74 0 31,-99 0-31,24 0 0,-24 0 16,25 0-1,-1 0-15,-24 0 16,0 0-16,0 0 78,0 0-78,-1 0 16,1 0-16,0 0 15,0 0 32,0 0-16,-1 0-15,1 0 0,0 0-16,0 0 15,25 0 1,-26 0-1,1 0 1,0 0-16,0 0 16,0 0-16,24 0 15,-24 0 1,0 0-16,0 0 16,-1 0-1,26 0 48,-25 0-48,74 0 1,-74 0-16,0 0 16,-1 0-16,26 0 15,-25 0-15,0 0 16,24 0-1,-24 0 1,0 0 0,0 0-1,-1 0 1,1 0 0,0 0-1,0 0-15,24 0 16,1 0 31,-25 0 93,24 0-140,-24 0 16,0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9:29.9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15429 14387 0,'24'0'203,"1"0"-203,25 0 16,-25 0-1,-1 0 1,1 25 0,0-25-16,0 0 31,0 0-16,-1 0-15,26 0 16,0 0 0,-1 0-1,-24 0-15,25 0 16,-26 0 0,26 0-16,-25 0 15,24 0 1,-24 0-1,25 0-15,-25 0 16,49 49 0,-49-49-16,24 0 15,-24 0-15,25 0 16,0 0-16,-26 0 16,1 0-1,0 0 48,0 0-63,0 0 31,-1 0-31,1 0 16,0 0-16,0 0 31,0 0 31,-1 0-62,1 0 16,25 0-16,-50 25 16,25-25-16,24 0 15,-24 0 1,74 0-16,-49 0 15,-1 50 1,-24-50 0,25 0-16,-25 0 15,-1 0-15,1 0 63,0 0-48,25 24 32,-26 1-31,1-25 15,25 25-31,-25-25 47,49 0-47,-49 25 0,0-25 16,0 0-1,-1 0 17,1 0-17,25 0 16,-1 0-15,-24 0 0,0 0 15,0 0-15,0 0 124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9:38.53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9798 11807 0,'0'0'0,"0"25"78,25 24-62,-25 1-16,49-25 15,1 24-15,-25 1 16,74 0 0,-25-26-16,1 51 0,24-50 15,-25 49 1,50-24-16,-24-1 0,73 51 16,-98-76-1,-1 1 1,-24-25-16,24 75 0,-49-75 15,74 74 1,-49-49 0,-25 0-16,24 24 15,1-49 1,-1 50-16,-24-25 16,25-1-16,-25 1 15,-1 0-15,1 0 16,25 24-1,-1-24-15,1 50 16,-25-51 0,24 26-16,1-25 15,49 49 1,-24-24-16,-26-25 16,100 24-1,-99-24-15,-1 0 16,26 25-1,-26-50 1,1 49 0,24-24-16,-24 25 0,0-26 15,-1 1-15,100 50 32,-99-75-17,-1 24-15,26 51 16,-51-75-1,26 25 1,0-1 0,-50 1-1,24-25-15,1 0 16,0 50 0,25-50-16,24 25 0,-49 24 15,74-24 1,-49 0-1,-25-25-15,-1 0 157,1 25-48,0-25 250,-25 24-359,25-24 63,0 25-32,-1 0 16,1-25-47,25 0 16,-25 25-1,-1-25 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26.1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8310 12427 0,'-25'0'32,"50"0"61,-1 0-77,1 0 0,0 0-16,0 0 15,0 0 1,-1 0 0,1 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28.31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11063 15131 0,'49'25'156,"1"-1"-140,0-24-16,74 0 0,-75 0 15,125 0 1,-124 0 0,-1 0-16,-24 0 15,0 0-15,24 25 94,-49 0-94,25-25 78,0 0-15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54.9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3026 12650 0,'50'0'140,"-25"0"-124,49 0-16,-24 0 16,24 0-16,100 0 15,-100 0 1,-24 0-16,24 0 16,-24 0-16,-1 25 15,1-25-15,0 25 16,24-25-1,0 25-15,-24-25 16,0 0 0,24 0-16,0 0 15,1 0 1,-50 0-16,24 0 0,-24 0 16,0 0-1,0 0 1,-1 0-1,26 0 1,-25 0-16,0 0 16,24 0-1,-24 0 1,25 0-16,-26 0 16,1 0-1,0 0 16,0 0-15,0 0 93,0 0 360,24 0-453,50 0-1,-49 0 1,74 0 0,-99 0-1,24 0-15,-24 0 16,0 0-16,0 0 16,0 0-16,24 0 15,1 0-15,-25 0 16,-1 0-16,1 0 31,0 0-15,0 0-16,0 0 15,-1 0 17,26 0 14,0 0-46,-26 0 16,51 0-16,24 0 16,-49 0-1,-25 0 1,24 0 328,-24 0-313,0 0-31,0 0 16,-1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58.2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12973 15379 0,'25'0'94,"24"0"-78,-24 0-1,25 0-15,-1 0 0,26 0 16,24 0-1,-25 0-15,50 25 16,25 0-16,-50 24 16,-24-49-16,24 25 15,0-25-15,25 25 16,-25-25-16,-24 0 16,24 25-16,-49-1 15,-1-24-15,26 0 16,-26 25-16,26-25 15,-26 0-15,51 0 16,-76 0 0,26 25-1,-25-25 17,24 0 14,-24 0-30,0 0 0,25 0-16,-1 0 31,-24 0-31,49 0 16,-24 0-1,0 0-15,-25 0 0,24 0 16,50 25-1,-49-25 1,-25 0-16,0 0 16,-1 0-16,1 0 15,0 0 48,0 0-63,0 0 15,-1 0 32,-24-25-15,0 0-17,-24 25 1,-1-25-16,0 25 15,0 0-15,-24-49 16,-125 24 0,149 0-1,-24 0-15,-26 25 16,1-24 0,24-1-1,0 25-15,26 0 16,-26-25-1,25 25 1,0 0-16,1 0 0,-26 0 31,-24 0-15,49 0 0,-25 0-1,1 0-15,-1 0 16,-74 0-1,74 0-15,26 0 16,-1 0 0,0 0-1,0 0 32,-24 0-31,24 0-1,0 0 17,0 0 46,75 0 172,49 0-250,-49 0 15,-26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17.3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28054 5333 0,'50'-25'156,"-25"25"-124,24 0-17,-24 0-15,25 0 16,-26 0-16,26 0 31,74 0-31,-74 0 16,-26 0-16,1 0 15,50 0-15,-26 0 16,50 0 0,-74 0-16,25 0 15,-1 0-15,26 0 16,-26 0-1,51 0 1,-75 0 31,24 25 109,26 25-125,-51-50-31,26 24 16,-25-24 0,0 25 156,-25 0-94,0 25-63,0-26 1,0 1 78,-25-25-79,-50 0 1,26 0 0,-1 25-1,25-25-15,1 0 0,-26 25 31,25-25 48,0 0-79,0 0 15,1 0 1,-1 0-16,-50 0 31,26 0-15,24 0-16,0 0 15,0 0 1,1 0-16,-1 0 16,0 0-16,-25 0 93,26 0-93,-1 0 0,-25 0 32,25 0-17,-24 0 63,24 0-62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23.3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3473 14982 0,'24'0'156,"76"0"-140,49 0-16,-50 0 15,74 0-15,-73 0 16,48 0 0,-73 0-16,24 0 15,-25 0 1,26 0-1,-76 0-15,26 0 16,-25 0-16,0 0 31,-1 0-15,1 0 0,0 0-16,0 0 15,0 0 1,24 0-1,-24 0-15,25 0 16,-25 0 0,-1 25-16,1 0 15,0-25 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37.8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28302 4514 0,'25'0'156,"25"0"-140,-1 0-1,26 0-15,-26 0 16,125 0 0,-100 0-16,-24 0 15,24 0 1,25 0-16,26 0 16,73 50-1,-124-50-15,150 25 31,-175-25-31,26 25 16,49-25 0,-75 0-16,-24 0 15,99 0 1,-99 0-16,49 0 16,-49 0-16,25 0 15,-25 0-15,24 0 16,1 0-16,-25 0 15,99 0 1,-75 0-16,1 0 16,24 0-16,-24 0 15,74 0 1,-75 0-16,1 0 16,-25 0-1,24 0-15,1 0 0,-25 0 16,49 0-1,-49 0 48,0 0-32,0 0 344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43.5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3497 12725 0,'25'0'110,"74"0"-110,1 0 0,49 0 15,-50 0 1,25 0-16,74 0 0,-49 0 16,-50 0-1,124 0 1,1 0 0,-26 0-16,-74 0 0,0 0 15,199 0 1,-199 0-1,49 0 1,-98 0-16,24 0 16,-74 0-16,74 0 31,-25 0-15,-24 0-1,-25 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2:48.7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22969 5482 0,'-25'0'235,"25"49"15,0-24-250,0 0 15,75 25 1,-50-50-16,74 24 15,-50 1-15,-24-25 16,25 0 47,-25 0-32,-1 0 31,1 0-46,0 0 0,-25-25-1,25 25-15,-25-24 16,0-1-1,0 0-15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2:53.3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21779 6325 0,'24'0'78,"51"0"-78,24 0 16,-49 0-16,49 0 16,0 0-1,-49 0-15,24 0 0,0 0 16,-49 0-1,0 0 64,0 0-17,0 0-31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1.0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19893 12229 0,'50'0'140,"124"0"-124,-100 0 0,-49 0-16,0 0 15,-1 0 79,1 0-63,0 0-15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2.1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23490 12204 0,'25'0'250,"0"0"-250,-1 0 0,1-25 16,0 25-16,0 0 172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3.1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26764 12154 0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3.9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28897 12204 0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5.01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31998 12030 0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52.6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20265 8161 0,'25'0'125,"0"0"-109,0-25-1,0 25-15,-1 0 16,26 0 0,-25 0-16,0 0 15,24 0 1,-24 0 15,25 25-15,-1-25-1,-24 25-15,0-25 16,25 0 0,-1 0 30,-24 0 79,0 0-109,0 0 78,-1 0-79,1 24 1,0-24 15,-25 25-31,25-25 32,0 25-17,-25 0 48,0 0-48,24-25-15,-24 24 32,0 1-17,0 0 1,0 0-1,-24 0 17,24-1-32,-25-24 15,0 0 1,-25 0 0,26 0 15,-26 0-16,25 0-15,-24 0 16,24 0-16,-25 0 31,25 0-15,-24 0 15,24 0-15,-25 0-1,25 0 1,-24 0 0,-1 0-16,25 0 15,1 0 1,-1 0 0,0 0 93,0 0 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6:50.8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25102 11460 0,'0'25'172,"0"-1"-156,0 1-16,50-25 0,-25 0 15,124 0 1,-75 0 0,-24 25-16,-1-25 15,26 0-15,-1 25 16,-24-25-16,-26 0 16,26 25-16,-25-25 15,24 0-15,-24 0 16,25 0-1,-25 0 1,24 0 0,-24 0-16,25 0 15,-1 0 1,-24 24-16,0-24 16,99 0-1,-50 25-15,-24-25 16,24 0-1,1 0-15,-1 0 16,1 0 0,-1 0-16,25 0 0,-74 0 15,49 0 1,1 0-16,-50 0 16,24 0-16,1 0 15,24 0-15,-49 0 16,50 0-16,-26 0 15,1 0-15,-1 0 16,-24 0-16,25 0 16,-25 0-16,24 0 15,-24 0-15,0 0 110,0 0-95,-1 0 17,1 0-17,0 0 1,0 0-1,0 0 1,24 50 0,-24-50-16,25 0 15,-26 0 1,1 0-16,0 0 16,0 0-16,0 0 15,0 0-15,24 25 16,-24-25-1,0 0 204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6:54.8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15280 14709 0,'0'-25'78,"0"1"-63,99-1 1,-49 25-16,24 0 16,75 0-1,-50 0-15,0 0 16,-24 0-16,24 0 16,0 0-16,-25 0 15,26 0 1,-26 0-16,1 0 15,24 0-15,-25 0 16,25 0 0,-49 0-16,24 0 15,1 0-15,-26 0 16,-24 0-16,50 0 16,-51 0-1,26 0-15,0 0 0,-26 0 16,1 0-16,0 0 15,25 0-15,-1 25 16,1-25 0,-1 0-1,-24 0-15,0 0 63,0 0-63,0 0 31,0 0-31,-1 0 0,1 0 31,0 0 157,0 0-173,0 0-15,24 0 16,-24 0 0,0 0 124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00.2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22151 13171 0,'0'-25'140,"49"25"-124,1 0-16,74 0 15,0 0-15,49 0 16,26 0 0,-1 0-16,1 0 0,-1 0 15,25 0-15,-49 0 16,74 0-16,174 0 31,-224 0-31,26 0 0,-76 0 16,51 0-1,-50 0-15,49 0 0,-24 0 16,173 25 0,-248-25-1,50 25-15,-75 0 16,26-25-16,-1 25 16,-74 0-16,99-25 15,-50 0 1,0 24-16,1-24 15,-1 0-15,1 0 16,-26 0-16,1 0 16,99 50-1,-75-50-15,50 0 16,124 74-16,-74-74 16,0 25-16,148 50 15,-173-75 1,24 0-16,1 24 15,74 26 1,-173-50-16,-26 25 16,1-25-1,-1 25-15,-24-25 16,0 0 0,0 0-16,0 0 15,-1 0 1,26 49-16,-25-49 31,-124 25 250,74-25-249,-99 25-17,-75 49 1,75-74-16,-25 50 15,25-1-15,0-24 16,25-25-16,-25 25 16,0 0-16,25 24 15,0-49-15,24 0 16,-24 25-16,25-25 16,24 0-16,25 0 15,-49 0-15,24 0 16,1 0-1,-51 0-15,26 0 16,0 0-16,-1 0 0,26 0 16,-26 0-16,-74 0 15,75 0 1,-1 0-16,1 0 16,49 0-16,-24 0 15,24 0-15,-99-25 16,74 25-16,-74-24 15,25 24 1,-273-25 0,248 25-16,-25 0 0,0-25 15,0-25 1,1 50-16,24 0 16,-50 0-16,75 0 15,-25 0-15,-25 0 16,50 0-16,-125 0 15,100 0 1,25 0-16,-50 0 16,-24 0-16,73 0 15,-98 0-15,99 0 16,-75 0 0,75 0-16,25 0 0,-26 0 15,26 0-15,-25 0 16,49 0-16,-24 0 15,-26 0 1,51 0-16,-26 0 16,51 0-1,-51 0-15,26 0 16,-75 0-16,49 0 16,26 0-16,24 0 15,0 0 1,0 0 78,25-24-94,0-26 15,0 25 1,0-24-16,0 24 15,25-25-15,0 25 16,0-24-16,-1-1 16,1 1-1,50-1-15,-26 0 16,1 1 0,-1 24-1,100-25 1,-25 1-16,124-26 15,-99 26 1,74 49-16,-74 0 0,-25 0 16,124 0-1,-99 0 1,25 0-16,-1 0 16,-73 0-16,73 24 15,50-24-15,26 0 16,-51 0-16,25 0 15,0 0-15,-24 0 16,-25 25-16,-1-25 16,26 0-16,-1 0 15,-74 0-15,50 0 16,24 0-16,-49 50 16,-25-50-16,-25 0 15,75 0-15,-75 0 16,0 0-16,50 0 15,-50 0-15,1 0 16,48 0-16,76 0 16,-125 0-1,74 0-15,-73 0 16,-26 0 0,0 0-16,1 0 0,-25 0 15,49 0 1,-25 0-16,-24 0 15,-25 0 1,-1 0 47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4.8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22746 16272 0,'0'-25'94,"74"25"-78,26 0-16,-26 0 15,100 0 1,-75 0-16,-25 0 16,1 0-1,-1 0-15,0 0 0,-24 0 16,0 0 0,-26 0-16,1 0 15,25 0-15,-1 0 16,-24 0-1,50 0-15,-26 0 16,-24 0 0,0 0-16,0 0 15,0 0 1,-1 0 15,1 0-15,0 0-16,49 0 15,26 0-15,98-50 16,-99 26 0,-49 24-16,24 0 15,-24 0-15,24-25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6.5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26169 16247 0,'25'0'47,"0"0"-47,-1 0 15,1 0-15,99 0 16,-74 0-1,49 0-15,-74 0 16,99 0-16,-50 0 16,1 0-16,98 0 31,-148 0-31,25 0 16,-25 0-16,24 0 0,-24 0 15,25 0 1,-1 0-16,26 0 15,-26 0-15,1 0 16,24 0-16,-49 0 16,25 0-16,-26 0 15,51 0 1,-26 0 0,-24 0-16,50 0 15,-1 0-15,0 0 16,26 0-16,148-25 31,-75 0-31,-24 1 16,-50 24-16,-99-50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7.8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22994 17611 0,'50'0'47,"98"0"-47,-24 0 16,50 0-16,-50 0 15,25 0-15,49-24 16,-98 24 0,24 0-16,24 0 0,-24 0 15,-49 0 1,-1 0-16,-49 0 0,25 0 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9.1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26392 17388 0,'25'0'110,"25"0"-110,49 0 15,0 0-15,0 0 16,149-25 0,-124-24-16,273 24 15,-223 25 1,-25-25-16,74 0 0,-74-49 15,173 74 1,-223 0 0,-49 0-16,0 0 15,-26 0-15,1 0 16,0 0 0,0 0-16,0 0 15,-1 0 1,1 0-16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0:53.0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22151 10418 0,'24'0'125,"26"0"-94,24 0-15,26 0-16,73 0 16,-24 0-1,-74 0-15,49 0 16,0 0-16,-25 0 16,-50 0-1,100 0 1,-124 0-16,49 0 0,-49 0 15,0 0-15,0 0 16,0 0 0,-1 0-1,1 0-15,25 0 16,-25 0 0,24 0-16,1 0 15,-1 0 1,1 0-16,0 0 0,-1 0 15,1 0 1,0 0-16,-26 0 31,1-25-31,0 25 16,0 0 0,24 0-16,-24 0 15,25-25-15,-25 25 16,24 0-1,1 0-15,-1 0 16,1 0-16,-25 0 0,49 0 16,-24 0-16,49 0 15,-25 0 1,125-74-16,-125 49 16,-24 25-1,24 0-15,26-25 0,-76 25 16,51 0-1,-1 0-15,1-49 16,-26 49 0,1 0-16,-1 0 15,-24 0-15,0 0 16,25 0-16,-1 0 16,-24 0-16,0 0 15,0 0-15,24 0 16,-24 0-16,74 0 15,-24 0 1,24 0-16,-25 0 16,1 0-16,24 0 15,-25 0-15,-24 0 16,99 0 0,-100 0-16,26 0 15,-1 0 1,-49 0-1,25 0-15,-25 0 16,24 0-16,-24 0 0,25 0 16,24 0-1,0 0 1,-24 0 0,24 0-16,1 0 0,-26 0 15,51 0 1,-51 0-1,26 0-15,-51 0 16,51 0-16,-1 0 16,-24 0-16,0 0 15,24 0-15,-24 0 16,24 0-16,0 0 16,-49 0-16,25 0 15,-1 0-15,1 0 16,0 0-16,-26 0 15,1 0-15,25 0 16,-25 0-16,24 0 16,-24 0-16,49 0 15,50 0 1,-49 0-16,-50 0 16,49 0-16,-24 0 15,-25 0 1,-1 0-16,26 25 15,0-25-15,-1 0 0,1 0 16,-1 0 0,1 0-16,-25 0 15,49 0-15,-49 0 16,25 0-16,-26 0 16,51 0-16,-1 0 15,25 0 1,-49 0-16,24 0 15,1 0-15,-1 0 16,-24 0-16,24 0 16,-24 0-16,24 0 15,-24 0-15,0 0 16,-1 0 0,26 0-16,24 0 15,-74 0-15,24 0 31,-24 0-31,25 0 16,-26 0 0,26 0-1,0 0 1,-1 0-16,26 0 16,-50 0-16,-1 0 15,1 0-15,50 0 0,-51 0 16,26 0-1,-25 0-15,49 0 16,-49 0-16,49 0 16,-24 0-16,-25 0 15,0 0-15,24 0 16,26 0-16,-51 0 16,26 0-16,0 0 15,-1 0-15,-24 0 16,49 0-16,-49 0 15,0 0 1,0 0-16,49 0 0,-49 0 16,0 0-1,0 0-15,24 0 0,1-25 16,-25 25 0,0 0-16,-1 0 15,26 0 1,-25 0-1,0 0-15,-1 0 16,26 0 0,0 0-1,-1 0 1,-24 0 0,0 0-16,0 0 15,49-25-15,-49 25 16,24-25-1,-24 25 17,0 0-17,0-25-15,24 1 16,-24 24 15,25 0-15,-25 0-1,-1 0 1,26 0 0,0 0-1,-25 0 1,24 0 0,-24 0-1,0-25 157,0 25-63,-1 0 1,1 0-79,25 0-31,-25 0 16,-1 0-1,1 0 32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26.24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3646 8359 0,'25'0'78,"50"0"-62,-1 0-16,0 25 15,1 0-15,-1-25 16,25 49-1,-24-24-15,-1-25 0,50 0 16,0 25 0,0 25-16,-99-50 0,74 24 15,75 1 1,-100-25-16,26 0 16,-26 50-1,0-50 1,-24 0-16,-25 0 15,24 0-15,-24 0 16,0 0-16,25 0 16,-1 0-1,-24 0 48,25 0-32,-26 0-15,26 0-16,0-25 15,-50 0 1,24 25-16,1-25 16,25 1 30,-25-1-14,-25 0-17,0 0 1,25-24 15,-1 49-15,1-25-16,25 0 15,-1 0 1,-49 0-16,50 25 16,-25 0-16,0 0 312,-1 0-312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42.4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4490 8235 0,'24'0'63,"1"0"-47,25 0-1,-1 0-15,-24 0 0,25 0 16,-1 0-16,-24 0 15,25 0 1,0 0-16,-26 0 16,26 0-16,-25 0 15,24 0-15,-24 0 16,50 0 0,-26 0-1,-24 0-15,0 0 16,24 0-16,-24 0 15,50 0 1,-1 0-16,-24 0 16,-1 0-1,1 0-15,-1 0 32,-24 0-32,0 0 0,25 0 15,-26 25 1,51-25-1,-25 0-15,-26 0 16,1 0-16,0 0 16,0 0-16,0 0 31,24 0 47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46.5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4440 14039 0,'-25'0'16,"50"0"46,0 0-46,24 0 0,-24 0-1,25 0-15,-25 0 0,24 0 16,-24 0-1,49 0-15,-49 0 0,25 0 16,0 0 0,49 0-16,-50 0 15,26 0 1,-26 0-16,1 0 16,49 0-16,-24 0 15,24 0-15,-50 0 16,1 0-16,99 0 15,-100 0 1,1 0-16,25 0 31,-26 0-31,-24 0 32,0 0-32,0 0 15,49 0 1,-24 0-16,-26 0 15,51 0 1,-50 0-16,-1 0 16,1 0-1,25 0-15,-25 0 16,-1 0-16,26 0 16,-25 0 30,0-24-30,-1 24 0,1 0-1,0 0 1,0 0-16,74 0 31,-49 0-15,-26 0-1,1 0-15,0 0 16,0 0 0,49 0-16,-49 0 15,0 0 1,25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58.9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21530 8384 0,'25'0'219,"0"0"-219,0 0 31,0 0-31,-1 0 0,1 0 16,25 0 15,0 0-15,-26 0-1,26 0 1,-25 0-1,24 0 17,-24 0-17,0 0 1,0 0 0,0 0-1,-1 0 1,1 0-16,0 0 15,0 0 17,0 0 30,-1 0-46,1 0-1,0 0-15,0 0 16,0 0 0,-1 0-1,1 0 63,25 0-78,-25 25 16,-1-25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02.0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20662 8434 0,'25'0'140,"25"0"-124,-25 0 15,24 0-15,-24 0-1,25 0 1,-26 0-16,26 0 94,-25 0-79,24 0 1,-24 0 0,0 0-16,0 0 15,0 0 32,-1 0-16,1 0-31,0 0 16,0 0 250,0 0-126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11.14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21506 9178 0,'49'0'110,"-24"0"-110,49 0 15,-49 0 1,0 0-16,0 0 16,0 0-16,24 0 15,-24 0 1,25 0-16,-25 0 16,74 0-1,-50 0-15,1 0 16,0 0-1,-1 0-15,-24 0 16,99 0 0,-74 0-16,-26 0 15,26 0 1,-25 0-16,24 0 31,-24-25-31,0 25 16,0 0-16,24 0 15,-24 0 1,25 0 0,-25 0-16,24-25 15,1 25 1,-25 0 31,0-25-32,-1 25 1,1 0 109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17.2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29046 8458 0,'25'0'78,"50"-24"-62,-26 24 0,-24 0-16,25 0 15,24 0-15,-24-25 16,24 25-16,-24-25 16,-26 25-16,76-25 15,-76 0 16,26 25-31,-25 0 32,24 0-32,-24 0 15,25-24 1,-1 24 31,1 0-32,-25 0-15,49 0 16,50 0 0,-49 0-16,-1 0 15,1 0 1,-26 0-16,1 0 16,-1 0-16,-24 0 15,50 0 1,-26 0-16,1 0 15,-1 0-15,-24 0 16,0 0-16,0 0 16,0 0 202,-1 0-61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20.8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21481 9599 0,'49'0'156,"75"0"-140,-74 0 0,0 0-1,-1 0-15,1 0 16,0 0-16,24 0 0,-49 25 15,24-25 1,26 0-16,-1 0 16,50 50-1,-74-50-15,-1 25 16,26-25 0,-26 0-16,1 0 15,-25 0-15,0 0 16,24 0-16,-24 0 15,0 24 1,25-24-16,-26 0 0,1 0 16,0 0-1,0 0-15,0 0 16,-1 0-16,1 0 16,0 0-16,0 0 31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23.9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11956 8359 0,'25'-25'47,"-1"25"-31,26 0-16,24-24 0,-49 24 15,25 0 1,49 0-1,-74 0 1,25 0 0,-1 0-1,50 0-15,-24 0 16,-1 0-16,100 0 31,-75 0-31,-25 0 0,-24 0 16,0 0-1,-26 0-15,26 0 16,-25 0 0,0 0-16,0 0 15,-1 0-15,1 0 16,25 0 0,-1 0-1,1 0-15,0 0 0,-26 0 16,26 0-1,-25 0-15,24-25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57.8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12229 10716 0,'25'-25'78,"49"25"-63,0 0 1,-49 0-16,25 0 16,24 0-1,-49 0 1,25 0-1,-1 0 1,1 0 0,-1-25-16,-24 25 15,0 0-15,74 0 16,0 0 0,-24 0-16,49 74 15,-99-74-15,49 0 16,-49 0-16,25 0 0,-26 0 31,1 0-15,25 0-16,-1 0 15,1 0 1,-25 0 0,49 0-1,-49 0-15,49 0 16,1 0-1,-26 0-15,1 0 16,-25 0 0,0 0-16,-1 0 31,26 0-15,-25 0-1,0 0-15,24 0 16,-24 0-1,0 0 1,0 0 734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02.0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12154 11187 0,'25'0'62,"0"0"-46,25 0-1,123 0 1,-24 0-16,-75 0 0,50 0 16,0 0-1,0 0-15,25 0 0,-25 0 16,100 0 0,-150 0-16,0 0 15,1 0 1,-26 0-16,-24 0 0,0 0 15,99 0 1,-74 0 0,24-50-16,-49 50 15,24 0-15,1 0 16,24 0-16,26 0 16,-51 0-1,1 0-15,0 0 16,-1 0-16,1 0 15,-25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06.9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10344 10443 0,'24'-25'0,"76"25"16,-26 0 0,199 0-16,-124 0 15,-50 0-15,25 0 16,-99 0-16,24 0 15,-24-25 17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08.6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10567 11063 0,'-25'-25'62,"50"25"-30,99 0-17,-75-25-15,224 25 16,-174 0 0,-24 0-16,-50 0 15,0 0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18.8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19720 9376 0,'49'0'203,"1"0"-203,-25 0 0,24 0 16,1 0-1,-25 0 1,0 0-16,-1 0 62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20.4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25400 8756 0,'99'25'125,"-74"-25"-109,25 0-16,-26 25 265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0.7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19372 9823 0,'0'-25'172,"25"25"-156,50 0 0,24 0-16,-25 0 15,50 0 1,372 0-1,-49 49 1,-273-49 0,-100 25-16,25-25 15,-24 0 1,-1 0-16,25 25 31,-49-25-31,-1 0 16,-24 0-16,0 0 15,49 0-15,-49 0 16,50 25 0,-1-25-1,1 0-15,-51 0 16,26 0-16,-25 0 16,99 0-1,-50 0 1,-24 0-16,49 0 15,-74 0-15,49 0 16,-49-25-16,49-25 16,1 50-16,-50 0 15,24 0 1,-24 0 0,25 0-1,-26 0 1,1 0-1,0 0 48,0 0-32,25 0-15,-1 0-1,26 0-15,-1 0 16,75 0-16,-75 0 0,1 0 16,-26 0-1,1 0 1,-1 0 265,-24 0-265,0 0-16,0 0 15,0 0 17,-1 0-1,1 25-15,0-25-1,-25 25 1,25 0 15,0 0 0,-25-1-15,0 1 15,0 0 0,0 0-15,0 0 15,-25-25 16,0 0-16,-25 25-15,26-1-16,-1 1 16,-25-25-1,25 25 1,1-25 0,-1 25-1,0-25 1,0 0-1,0 0 1,25 25-16,-49-25 0,24 0 16,0 0-1,-49 0 1,49 0-16,0 0 16,0 0-16,1 0 15,-1 0 1,-25 0-1,1 0-15,24 0 16,-25 0-16,25 0 16,-49 0-16,49 0 15,-25 0-15,26 0 16,-26 0-16,25 0 16,-49 0-1,24 0-15,25 0 16,-74 0-16,25 0 15,-75 0-15,50 0 16,-50 0 0,75 0-1,24 0-15,25 0 16,0 0-16,-49 0 0,49 0 16,-74 0-1,49 0 1,25 0-16,-24 0 15,-1 0 1,-24 0-16,24 0 16,1 0-1,-1 0-15,25 0 16,-24 0-16,24 0 16,-25 0-16,-24 0 15,-50 0 1,99 0-16,-50 0 15,26 0-15,24 0 16,-49 0-16,49 0 16,-25 0-1,25 0 1,-24 0 31,-1 0-47,25 0 31,1-25-15,-1 25 15,0 0-15,0 0-16,0 0 15,1 0 1,-1 0-16,0 0 15,-49 0-15,-1 0 16,-24 0 0,0 0-16,24 0 15,26 0-15,-1 0 16,-24 0-16,49 0 16,-50 0-16,51 0 31,-1 0-31,0 0 31,0-25 266,25 0-281,0 0-1,0 1-15,0-1 16,0 0-16,0-25 15,0 25 17,0 1-17,0-1 95,0 0-95,0 0 17,0-24-17,25 49 1,0 0-1,-25-25 1,49 0-16,1 0 16,-25 25-16,24-25 15,-24 25 1,25 0 0,-25 0-1,0-24-15,-1 24 16,26 0-16,24 0 15,1 0 1,24 0-16,0 0 0,-24 0 16,-1 0-1,25 0-15,-24 0 0,-1 0 16,0 0 0,-24 0-16,24 0 15,1 0 1,-50 0-16,24 0 15,-24 0-15,50 0 16,-1 0 0,-49 0-16,24 0 15,75 0 1,-74 0-16,-25 0 16,24 0-16,1 0 15,24 0-15,-24 0 16,24 0 15,75 0-31,-25 74 0,-99-49 16,99 0-1,-99-25-15,74 0 16,-74 0-16,49 0 16,1 0-16,-50 0 15,24 0-15,-24 0 16,0 0-1,49 0 1,-49 0 15,25 0-15,-1 0 0,-24 0-16,25 0 15,-26 0 126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5.8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16942 11807 0,'0'0'0,"24"0"109,175 0-109,-100 0 16,25 0-16,99 0 31,-148 0-31,74 25 16,-50 24-16,0-49 16,-25 25-16,1-25 15,-26 25 1,1-25-16,-25 0 15,24 0 17,-24 0-17,25 0 1,-25 0 0,24 0-1,-24 0 79,25 0-78,-25 0-1,24 0 63,-24 0-62,25 0-16,-26 0 31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7.7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19794 12055 0,'-25'0'32,"50"0"77,0 0-93,49 0-16,-24 0 15,-25 0-15,49-25 16,-49 25-16,0 0 15,0 0 1,24 0 31,-24 0-47,0 0 16,74 0-1,0 0-15,-49 0 16,24 0-16,1 25 15,-51-25-15,26 25 16,-25-25 203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8.8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21605 12005 0,'0'-24'78,"74"24"-78,50 0 15,-24 24-15,48 26 16,-24-25-16,0 24 16,-74-49-1,24 0-15,-49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9.5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23912 12179 0,'74'25'141,"25"-25"-141,-24 0 15,-1 74-15,-24-74 16,-1 0 0,-24 0-1,25 0 95,-25 0-95,-25 25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40.2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25474 12204 0,'50'-25'78,"49"25"-62,25 0 0,25 0-16,-25 25 0,124 0 15,0 0 1,-74 24-1,-50-24-15,74-25 16,-74 0-16,-49 0 16,-26 0-1,-24 0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5:05.26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1885 6424 0,'50'0'94,"-1"0"-94,150 0 15,-75 0 1,0 0-16,0 0 16,0 0-16,-25 0 15,224 0-15,-175 0 16,249 0 0,-248 25-16,50-25 15,-51 0 1,1 0-16,25 0 0,-25 0 15,-1 0 1,51 0-16,-75 0 16,25 0-16,-25 0 15,0 0-15,0 0 0,-25 0 16,-49 0 0,24 0-16,-24 0 0,-1 25 31,-24-25-31,0 0 15,49 25-15,50 74 16,0-25 0,-24-24-16,-1-25 15,0 24-15,50 1 16,-75 0-16,-24-50 16,24 49-1,-24-24-15,-50 0 16,25 0-1,0 0-15,-1-25 16,-24 24-16,25 26 16,-25 0-1,0-26-15,0 1 16,0 25-16,0-25 16,0 49-1,25 25-15,-25-49 16,0 49-16,0-25 15,0 1-15,0 24 16,0-25 0,0 51-16,0-51 15,0 0 1,0 26-16,0-26 16,0 0-16,0-24 15,0 24 1,0 26-16,0-51 0,0 26 15,0-26-15,0 26 16,0-51-16,0 26 16,0 0-16,0 74 15,0-50 1,0 25-16,0 50 16,0-50-16,0-49 15,0 24-15,0 1 16,0-1-16,0-49 15,0 74-15,0-49 16,0 0-16,0-1 16,0-24-16,0 49 31,0 1-31,0-50 0,0 49 16,0-24-1,0-26-15,0 51 16,0-26-16,0 1 15,0 0-15,0-1 0,0 26 16,0-51 0,0 26-16,0 0 15,0 24-15,0 0 16,0-49-16,0 25 16,0 0-16,0 49 15,0-50 1,0 1-16,0-25 15,0 49-15,0-24 16,-25-1-16,0-24 16,25 74-1,0-49-15,0-25 16,-24 0 0,24 24-16,-25-24 0,25 0 15,-25 24 1,25-24-16,-25 0 15,25 0-15,-25 0 32,1-1-17,-26 1-15,0-25 16,1 0 0,-1 0-1,0 0-15,1 0 16,-26 0-16,1 25 0,0-25 15,49 25 1,-25 0-16,-49-25 16,74 0-16,-49 0 15,24 0-15,-24 0 16,-1 0-16,51 0 16,-76 0-1,-49 0-15,75 0 16,-25 0-16,0 0 15,-50 0-15,50 0 16,24 0 0,1 0-16,24 0 15,-24 0-15,24 0 16,0 0-16,1 0 16,24 0-1,-49 0-15,-1 0 0,26 0 16,-26 0-1,1 0-15,24 0 0,1 0 16,-1 0-16,0 0 16,-24 0-1,0 0-15,49 0 16,-50 0-16,1 0 16,24 0-16,-24 0 15,-75 0 1,99 0-16,-24 0 15,24 0-15,26 0 16,-1 0-16,-25 0 16,25 0-1,1 0-15,-1 0 16,0 0 15,0 0-15,0 0-1,1 0 32,24-50 31,0-24-62,-75-100 0,1 25-1,49 50-15,-25-25 16,1-50-16,-1 50 0,-24-25 16,-100-297 15,149 347-31,-24-174 15,49 199 1,-25-50-16,25 24 16,0-123-1,0 124-15,-25 0 16,25-50-16,0 50 16,0-25-16,0-25 15,0 49-15,0 1 16,0-25-16,0 50 15,-50-125 1,50 150-16,-24-26 16,24 1-1,0 49 1,0-24-16,0-51 16,-25-73 15,25 148-31,0-25 15,0 1 1,0 24 0,0-25-16,0 1 15,0-1-15,0 0 16,0 1-16,0-50 16,25-1-1,-25 76 1,24-26-1,-24 25 1,0 0 0,0-24-16,0-1 0,25 25 15,-25 1 1,50-26-16,-25 25 16,-25 0-1,0 1 16,0-1 1,0 0-32,0 0 15,24 0 1,1 0 0,-25 1-16,25-1 15,-25 0 1,25 0 31,-25 0-32,25 25 1,-25-24 0,24 24-1,-24-25-15,0 0 0,25-25 16,0 26-1,0 24 1,-25-25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00.4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29741 6102 0,'74'25'141,"-24"-25"-125,49 25-1,199 24-15,-174-49 16,-50 0 0,125 0-1,-175 0-15,1 0 0,25 0 16,-25 0-1,24 0-15,-24 0 16,0 0 156,-25 25-172,0 25 31,0-26 0,-75 51-31,51-1 16,-1-49 0,-25 25-16,-24 24 31,49-24-15,-25-1-1,50-24-15,-49 25 0,49-1 16,-25-24-1,25 0 17,0 0-17,0 0 17,0-1 93,-25-24-125,0 0 31,1 0-16,-1 0 1,0 0-16,0 0 16,0 0-1,-24 0-15,24 0 16,-25 0-16,25 0 16,1 0-16,-1 0 15,-50 0 1,51 0-1,-26 0-15,-24 0 16,49 0-16,0 0 31,-25-24 110,50-26-125,0 25-1,0 0-15,-24-24 16,24 24-1,-25-25-15,25-24 16,0 49 0,0-25-1,0 26-15,0-1 16,0 0-16,0 0 16,0 0-1,0 1 1,0-1 31,0 0-16,0 0-15,0 0-1,0 1 1,0-1-16,0-25 15,0 25-15,25 1 16,-1-26 0,1 25-1,0 25 1,0-25-16,0 25 16,24-24-1,-49-1-15,25 25 94,0 0-78,99-25 15,-75 25-16,-24 0-15,25 0 32,0 0-17,-26 0-15,1 0 16,50 0 0,-51 0-1,26 0 1,0 0-16,-26 0 0,1 0 15,0 0 1,0 0-16,0 0 16,-1 0-1,1 0 48,0 0-48,-50 0 48,-24 0-63,24 0 16,-25 0-16,1 0 15,-26 0-15,1 0 16,-150 0-1,150 0-15,-25 0 16,24 0-16,-24 0 16,-25 0-16,75 0 15,-1 0-15,25 0 16,-24 0-16,24 0 47,25 25 109,0 0-140,25-25-16,-1 24 15,1-24-15,50 50 16,-51-25-16,1-25 16,50 0-16,-51 0 15,-24 25-15,50 24 16,0-49-1,-26 50 1,1-50 0,25 0 15,-1 0-31,1 0 0,-25 0 16,0 0-1,24 0-15,1 0 16,-25 0 124,0 0-124,-1 0 31,1 49-47,25-24 16,-50 0-1,25 25 1,-1-50-1,1 0 1,0 0 0,0 0 15,-25 24 47,-25-24-62,0 0 15,-74 0-31,74 0 16,-24 0-1,24 0 1,-25 0-16,0 25 15,1-25 1,-1 0 0,1 25-16,-1-25 15,0 25 1,26-25-16,-1 0 16,0 0-16,0 0 15,50 0 95,25 0-110,-1 0 15,1 0 1,-25 0-16,-1 0 15,1 0 1,0 0 0,0 25-1,24-1-15,-24-24 32,0 0-1,0 0 0,0 0 16,0 0-31,-1 0-1,1-49 1,0 24-16,0-25 15,-25 1 1,25 24-16,-1-25 0,1 26 16,0-1-1,-25 0 17,25 25-17,-25-25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03.7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29790 5904 0,'0'-25'78,"25"25"109,0-25-171,0 25 15,24 0-31,-24 0 16,25 0-16,-1 0 16,1 0-1,24 0-15,1 0 0,-1 0 16,26 0-1,-26 0-15,0 0 0,-24 0 16,24 0 0,-24 0-16,-25 0 15,74 0-15,-25 0 16,-49 0-16,25 0 16,-25 0-16,-1 0 15,1 0 16,0 0-15,25 0 0,-1 0 15,-74 0 78,1 0-109,-26 0 16,0 0 0,1 0-16,-1 0 15,-24 0 1,24 0-1,1 0-15,24 0 16,-99 0 0,99 0-1,-25 0 1,-24 0-16,49 0 0,-74 0 16,49 0-16,-24 0 15,24 0-15,-24 0 16,24 0-16,1 0 15,24 0 48,0 0-47,0 0-1,0 0 1,1 0-16,-1 0 62,-25 0 438,50 25-484,-25 0 0,1-25-1,24 24 1,-25 1-1,25 25 17,-25-50-17,25 25-15,0 24 203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17.0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16049 12849 0,'49'0'204,"1"0"-204,24 0 15,1 0-15,-1 0 16,25 0-1,-49 0-15,-25 0 16,24 0-16,-24 0 16,25 0-16,-25 0 31,-1 0-31,1 0 16,0 0-1,25 0-15,-1 0 16,75 0-1,-49 0-15,-1 0 16,-49 0-16,24 0 16,-24 0-16,0 0 78,0 0-63,0 0-15,-1 0 16,26 0 15,-25 0-31,0 0 16,49 0 0,-49 0-16,25 25 0,-1-25 15,1 0 1,-25 0-16,49 0 15,-49 0-15,0 0 16,-1 0-16,1 0 31,0 0-15,0 0 0,0 0-1,-1 0 1,1 0-1,0 0-15,0 0 32,0 0-17,-1 0-15,1 0 16,0 0-16,0 0 16,0 0-16,-1 0 31,26 0-31,-25 0 172,0 0-157,-1 0 1,1 24-16,0 1 16,25-25-16,-26 0 31,26 25-16,-25 0 95,-25 0-95,0-1 32,0 1-15,0 0-17,-25-25 16,-25 0-15,26 0-16,-26 0 16,25 0-16,-24 0 15,-1 0-15,0 0 16,26 0-16,-1 0 16,-25 0-16,1 0 15,24 0 1,0 0-16,0 0 15,-24 0-15,24 0 16,0 0-16,0 0 16,0 0-16,1 0 15,-1 0-15,-25 0 16,25 0-16,1 0 16,-26 0-16,25 0 15,0 0 1,1 0-16,-1 0 15,-25 0-15,25 0 16,-24 0-16,24 0 0,0 0 16,-25 0-1,-24 0-15,49 0 16,-24 0-16,24 0 16,-25 0-1,25 0 16,1 0 16,-26 0-31,25 0 343,0 0-327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36.5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26442 7689 0,'-25'0'140,"0"0"-108,25 25 77,25-25-93,0 0-16,24 0 15,1 0 1,-25 0 0,24 0-1,-24 0 1,0 0-1,0 25 1,24-25 0,-24 25-16,50-25 15,-1 0 1,-49 0-16,0 0 16,24 0-1,1 0-15,-25 0 0,0 0 16,74 0-1,-74 0-15,-1 0 32,1 0 77,0 0 125,0 0-187,0 0-31,-1 0 0,26 25 296,-50-1-265,25 1 0,-25 0-32,0 0 1,0 0-16,0-1 16,25 1-16,-25 0 31,0 0-15,0 0-1,24-25 1,-24 25-1,0-1 1,0 1 0,0 0-16,0 0 31,0 0 63,-24-25-79,-1 0 1,-25 0 0,25 0-1,-24 0 1,24 0-1,-25 0 1,26 0 0,-51 0-16,26 0 15,-1 0 1,25 0-16,-25 0 16,1 0-1,24 0 1,0 0 46,0 0-62,1 0 16,-1 0 15,-25 0 125,50-25-156,0 0 16,0-25 0,0 26-16,-25-1 15,-24-25-15,49 25 78,0 0-62,-25 1 0,25-1-1,0 0-15,0 0 47,0 0 63,25 25-32,24 0-63,-24 0-15,50 0 16,-26 0 0,-24 0-1,0 0 1,-25 25-16,25-25 15,-1 25-15,1 0 16,0 0 78,0-1-79,-25 1 1,0 0 15,25-25-15,-25 25-16,0 0 31,0 0 219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39.5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23540 5655 0,'99'0'172,"74"0"-172,-24 0 15,25 25-15,-100 0 16,75-25-16,-50 0 16,1 0-1,-1 0-15,25 0 0,-50 50 16,-24-50-16,99 49 31,-25 1-15,-50-50-16,25 0 15,-49 0-15,-25 0 16,49 0-16,-49 25 16,49-25-1,-24 0 1,-25 0-1,24 0-15,1 0 16,-25 0 0,0 0-16,49 0 15,-49 0 1,0 0 0,0 0-1,-1 0 1,51 0-1,-26 0-15,1 0 16,0 49-16,-26-49 16,51 0-16,-50 0 15,24 25 1,-24-25 0,0 0-1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7:54.4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25871 13965 0,'25'0'250,"50"0"-234,-1 0-16,0 0 0,26 0 16,-26 0-16,25 0 31,-24 0-31,-1 0 0,50 0 0,-74 0 15,24 0 1,-24 0 0,-1 0-16,-24 0 15,0 0 1,0 0-16,-1 0 0,1 0 16,0 0-16,25 0 15,-1 0 1,26 0-16,-1 0 15,-24 0-15,24 0 16,1 0 0,-51 0-16,1 0 15,0 0-15,0 0 16,24 0 0,-24 0-16,50 0 15,-51 0 1,26 0-16,0 0 15,-26 0-15,26 0 32,-25 0-32,0 0 15,-1 0 1,1 0 0,25 0-16,-25 0 15,0 0 1,49 0-1,-49 0-15,0 0 16,24 0 0,-24 0-16,0 0 15,0 0 1,-1 0 0,1 0-1,25 0-15,-25 0 16,-1 0-16,1 0 15,0 0-15,0 0 16,24 0 0,-24 0-1,25 0-15,-25 0 0,24 0 16,-24 0-16,49 0 16,-24 0-16,0 0 15,-1 0 1,1 0-16,0 0 15,-26 0 1,26 0 0,-25 0-1,24 0-15,-24 0 0,25 0 16,-25 0 0,-1 0-1,1 0-15,25 0 16,24 0-16,-24 0 15,-25 0-15,49 0 16,-49 0-16,49 0 16,-24-25-16,-1 25 15,1 0 1,-25 0-16,24-25 16,-24 1-1,0 24-15,49 0 16,-24 0-16,-25-25 15,0 25-15,99 0 16,-75 0 0,1 0-16,-25 0 15,24-50-15,51 25 16,-76 25-16,26 0 16,-25 0-16,24 0 15,1 0-15,0 0 16,-1-24-1,-24 24 1,0 0 62,0 0-62,-1 0-16,1 0 15,25 0 1,-25 0 0,24 0-1,-24 0 1,25 0 15,-25 0-15,-1 0 15,1 0-15,0 0-16,0 0 62,0 0-46,-1 0 15,1 0-15,25 0-1,-50 24-15,25-24 16,-1 25 0,1 0-16,25 0 15,-25-25 1,24 0-1,-49 25 1,25-25-16,0 0 16,0 0-1,-1 0-15,26 0 16,-25 0 0,0 0-1,-1 0 16,1 0-31,0 0 141,-25 24-47,50 1-32,-50 0-15,0 0-16,0 0-31,-25-25 0,-25 24 16,25-24 0,-24 25 15,24-25-15,-25 0-1,26 0-15,-1 0 16,-25 25-16,1 0 15,-75 0 1,24-25 0,26 0-1,49 0-15,-24 0 16,24 0 0,-25 0-16,25 0 15,-24 0 1,24 0-16,-25 0 15,1 24 1,-1 1-16,25-25 16,0 0-1,-24 0-15,24 0 16,0 0 0,-24 0-1,24 0 1,0 0-1,0 0 1,0 0-16,1 0 16,-1 0-1,-25 0 1,1 0-16,24 0 16,0 0 265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9:18.2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5928 12502 0,'50'0'140,"0"0"-124,74 0-16,24 0 15,125 0 1,-174 0-16,1 0 16,-1 0-1,50 49-15,-124-49 0,24 0 16,26 0 0,-51 0-16,51 0 0,-26 0 15,-24 0 1,50 0-16,-51 0 15,51 0 1,-1 0-16,-24 0 16,24 0-16,25 0 15,-49 0-15,24 0 16,1 0-16,-25 0 16,-1 0-1,1 0-15,-25 0 16,24 0-1,-24 0 17,0 0 30,0 0-46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9:21.6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6102 13246 0,'0'-25'110,"50"25"-95,24 0 1,25-50-16,50 50 16,-99 0-16,74 0 15,0-25 1,-50 25-16,1 0 0,-1 0 16,0-24-1,100 24-15,-124 0 16,-1 0-1,1 0 1,-25 0-16,49 0 0,-24 0 16,24 0-1,0 0-15,-49 0 16,124 0 0,-50 0-16,-49 0 15,24 0-15,1 0 16,-26 0-16,1 0 15,24 0-15,-49 0 16,0 0 0,0 0-1,0 0-15,-1 0 32,1 0 93,25 0-125,-1 0 15,26 0-15,24 0 16,-25 0-1,-24 0-15,-25 0 16,24 0 0,-24 0-16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9:42.8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30931 4440 0,'-24'0'0,"-26"-25"0,0 0 16,1 25 0,-26-24-16,26-1 15,-1 25-15,-49-25 16,-75 25 0,75 0-16,-25 0 15,0 0-15,-50 0 16,50 0-16,25 0 15,0 0 1,0 0-16,-25 0 0,49 0 16,1 0-16,-1 0 15,51-25-15,-26 25 16,0 0 0,-24 0-16,0 0 15,-1 0 1,-24 0-16,49 0 0,-74 0 15,-49 0-15,74 0 16,-26 0-16,51 0 16,0 0-1,-1 0-15,26 0 16,-1 0 0,25 0-16,-49 0 15,49 0-15,-74 0 16,-25 0-1,25 25-15,24 0 16,1 24-16,-100-24 16,124 0-1,-74 25 1,100-26-16,-1 1 16,0-25-1,25 25-15,-25 0 16,25 0-16,-25-25 31,25 24-31,0 1 16,0 0-16,-49 25 15,49-1 1,0 26 0,0-26-16,0 1 15,0 0 1,0-1-16,0-24 0,0 74 15,0-24-15,25 24 16,24-74-16,-49 24 0,50 1 16,148 74-1,-49-75 1,25-24 0,-100-25-16,50 25 15,-74-25-15,173 0 16,-173 0-1,49-25 1,-50 0 0,-24 25-16,25 0 15,-1 0 1,-24-24-16,0-1 16,25 25-1,-25 0-15,24-25 0,-24 25 16,49-25-1,-49 25-15,25 0 16,-1 0 0,1 0-16,24 0 15,26 0 1,-1 0-16,-25 0 16,50 0-1,100 0-15,-76 0 0,-73 0 16,-1 0-16,1 0 15,-26 0 1,-24 0-16,25 0 16,-26 0-1,1 0-15,0 0 0,25 0 16,49 0 0,-50 0-16,1-49 15,0 49 1,-26 0-16,1 0 15,0 0 1,0 0-16,0 0 16,49-25-1,-49 25-15,25 0 16,-1-25 0,50 0-1,-74 0-15,50 1 16,-1-26-16,-49 25 15,24 0 1,-24 25 0,-25-24-1,25-1-15,0 0 16,0 0 0,24-24-1,-24-1 1,0 25-1,-25 0-15,25 1 16,24-26 0,-49 25-1,0 0 17,0 1-1,0-26 0,0 25-31,0 0 16,0 0-1,0 1 17,0-1 61,0 0 17,0 0-95,0 0 17,-25 25-17,1-24-15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1.6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3076 13767 0,'25'0'218,"24"0"-202,26 0-16,-26 0 16,50 0-16,-24 74 15,24-74-15,-25 25 16,51 0-16,-26-25 15,0 0 1,-49 0-16,49 49 0,-50-49 16,1 0-16,24 0 15,1 0-15,-26 0 16,-24 0 0,50 0-16,-26 0 0,1 0 15,-1 0 1,-24 0-16,25 0 0,-1 0 15,-24 0 1,0 0-16,0 0 16,0 0-16,0 0 15,24 0-15,-24 0 125,25 0-109,-1 0 0,-24 0-1,99 25-15,-50-25 16,-24 0-16,0 0 15,24 0 1,0 0-16,-24 0 16,24 0-1,-24 0-15,-25 0 16,0 0 46,-1 0-46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3.7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8582 13791 0,'75'0'110,"-26"0"-95,1 0-15,173 50 32,-74-25-32,-25 0 0,99-25 31,-148 0-31,24 0 31,-25 0-31,1 24 16,74-24-1,-75 0-15,-24 0 0,24 0 16,1 0 0,-26 0-16,-24 0 15,49 0-15,-24 0 16,0 0-16,24 0 16,-49 0-16,0 25 15,24 0-15,26-25 16,-51 0-16,26 0 31,-25 0-31,24 0 63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6.4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21506 4142 0,'24'25'94,"1"-25"-79,50 0-15,-1 25 0,25 25 16,1-26-1,-1-24 1,-74 25 0,-1-25-16,1 0 0,0 0 15,0 0 1,-25 25 0,25-25-1,-1 0 1,1 0-1,25 0-15,-25 0 16,-1 0 0,26 0-1,-25 0-15,0 0 32,-1 0 46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7.6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22944 4118 0,'25'0'172,"0"0"-156,25 0-16,-26 0 31,26 0 63,0 24-79,-1 26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8.8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22895 4887 0,'25'0'125,"24"0"-109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9.8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22920 5755 0,'74'0'93,"-49"0"-77,49 0-16,25 0 16,1 0-16,-26 0 15,50 0-15,0 0 16,-74 0-1,-26 0-15,1 0 63,0 0 31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0.78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22994 6350 0,'25'0'125,"0"-25"-125,-1 0 16,1 25-1,0 0 48,0 0-32,0 0-31,-1 0 16,26 0-16,0 0 15,-1 0-15,-24 0 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2.0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33288 4167 0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3.0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33164 4986 0,'0'25'157,"25"-25"-142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8.35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22746 7094 0,'0'25'94,"25"0"-63,0-25-15,-1 0-16,1 0 31,0 0 0,0 0-15,49 49 15,-49-49-15,0 0-16,24 0 0,-24 0 15,0 0 1,0 0 46,0 0 32,-25 25-78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30.5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22969 7888 0,'25'0'63,"49"0"-63,1 0 15,-26 25 1,26-25-16,24 24 0,-25 1 16,1-25-16,-26 0 15,-24 0-15,0 0 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03.7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4316 5655 0,'0'50'109,"50"-50"-93,-1 0-16,1 0 15,-1 0-15,1 0 16,-25 0-16,24 0 15,-24 25 1,0-25-16,0 0 16,24 25-1,-24-25 1,25 0 0,-25 0-1,49 24-15,-49-24 0,49 25 16,-49-25-1,0 0-15,0 25 157,-25 0-157,25 25 15,-1-1 1,-24 1 0,25-25-16,0-1 0,-25 1 46,25 0-14,-25 0-17,0 24 1,0-24-16,25 25 16,-25-25-1,0 24 1,0-24-16,0 25 15,0 24 1,0-49 0,0 0-16,0 49 15,0-24-15,0-26 16,0 51-16,0-26 16,0-24-16,0 0 15,0 25-15,0-25 16,0-1-16,0 1 31,0 0-15,0 0-1,0 0-15,0-1 16,0 1 15,-25-25 16,0 0-31,-25 0-1,26 0 1,-1 0-16,-25 0 16,25 0-1,-24 0 1,24 0-16,-49 0 15,-26-25-15,1-24 16,0 24-16,-25-49 16,-99-26-1,49 51-15,100 24 16,49 0 0,-25 0 15,25 25-31,1 0 15,-1-25 1,0-24 15,25-1 1,0 25-17,0-24-15,0-26 16,25 1-16,-25 24 15,25-24-15,49 0 16,-49 24-16,0-24 16,74-26-16,-74 76 15,99-150 1,-100 149 0,1 0-1,0 0-15,0 1 31,0 24 1,-1 0-17,1 0 1,0 0 0,0 0-16,0 0 0,-1 0 31,1 0 0,0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07.70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15106 11931 0,'25'0'125,"49"0"-110,1 0 1,49 0-16,-75 0 16,51 0-16,-51 0 15,26 0-15,-51 0 16,26 0-16,-25 0 15,0 0 360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15.3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16818 11881 0,'24'25'157,"26"-25"-142,0 99-15,123-99 16,50 0-1,-99 0-15,-99 0 16,25 0 0,0 0-1,-26 0 1,51 0 0,-26 0-1,1 0-15,74 0 16,-50 0-16,26 0 15,-1 0-15,-25 0 16,-24 0-16,-25 0 109,-1 0 1,1 0-95,0 0 1,0 0 15,0 0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17.1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19224 12154 0,'24'0'640,"1"0"-624,0 0-16,0 0 63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19.4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19769 11857 0,'25'0'156,"0"0"-140,49 0-16,-24 0 16,24 0-16,-24 0 15,-25 0-15,0 0 16,24 0-16,26 0 15,-26 0-15,1 0 16,-1 0-16,26 0 16,-26 0-16,51 0 15,-26 0-15,1 0 16,24 0-16,-74 0 16,49 0-16,-24 0 15,98 0 1,-98 0-16,0 0 15,-1 0-15,-24 0 16,74 0-16,-49 0 16,24 0-16,1 0 15,-1 0-15,-24 0 16,24 0 0,-24 0-16,-1 0 0,-24 0 15,0 0 1,25 0-16,-26 0 0,1 0 15,25 0 1,24 0-16,-49 0 16,49 0-16,-49 0 15,50 0-15,-1 0 16,0 0-16,-49 0 16,25 0-16,-1 0 15,1 0-15,0 0 16,24 0-16,-24 0 15,-25 0-15,24 0 16,1 0-16,-1 0 16,-24 0-16,50 0 15,-26 0-15,-24 0 16,49 0-16,-24 0 16,24 0-16,-24 0 15,0 0-15,24 0 16,0 0-16,-49 0 15,25 0 1,-25 0 0,24 0-16,-24 0 31,50 0-15,-26 0-1,-24 0 1,0 0 15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46.2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25078 11708 0,'49'0'171,"-24"0"-155,0 0 0,0 0-16,-1 0 15,1 0 1,0 0-16,0 0 16,0 0-1,-1 0 16,1 0 157,-25 25-172,25-1-16,-25 1 109,0 0-78,0 0-15,0 0 15,0-1 0,0 1-31,0 0 32,0 0-17,0 24 32,0-24 16,0 0-63,0 0 46,0 0-30,-25-1 78,25 1 93,-25-25-171,25 25 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8:02.5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29567 2977 0,'0'24'94,"0"26"-79,0 24-15,0 1 16,-25 98-16,-24-24 16,-1-25-16,50-24 15,-25-26-15,25 25 16,-24 50-16,-26-99 16,25 123-16,25-49 15,0-25-15,-25 1 16,25-1-16,-49 25 15,24 0-15,25-50 16,0 26-16,-50 73 16,50-98-16,0 24 15,-74-25 1,74 100-16,-50-25 16,25-100-16,1 75 15,24 0-15,-25-74 16,25 24-16,0 26 15,-25-1 1,25 0-16,0-25 0,0-49 16,0 25-16,0 24 15,0-49 1,0 25-16,0-25 16,0 49-16,0-49 0,0 49 15,0 1 1,0-51-16,0 51 0,0-26 15,0 26 1,25-50-16,-25-1 16,0 51-1,0-50-15,0 49 16,0-24-16,0-26 16,0 51-1,0-50-15,0 24 0,0-24 16,0 49-16,0 1 15,0 49-15,0-74 16,0 74-16,0-50 16,0 25-16,0 0 15,0-49-15,0 24 16,0-24-16,25 124 31,-25-150-31,24 51 0,-24-25 16,25-1-16,0 26 15,-25-51-15,0 51 16,25-75 0,-25 49-16,0-24 31,0 50-31,0-51 31,-25 26-15,25 24 15,50 26-15,-50-1-16,0-74 15,74-1 407,-49 1-422,25-25 0,24 50 16,25-1-16,50 51 15,-75-100-15,50 74 16,-24-24 0,24-25-1,-100-25 79,26 0-94,-25 0 16,24 0-1,-24 0 1,0 0 15,25 0-31,-25 24 16,-1 1-16,76 25 15,-51-25-15,150 24 32,-150-49-32,50 50 15,-74-25-15,0-25 16,0 0 0,0 49-1,24-24 32,26-25-31,-51 25-16,51-25 15,-26 0 1,26 0-16,24 25 16,-74-25-1,0 0-15,24 0 31,-24 0-31,0 0 16,0 0-16,49 0 16,-49 0-16,25 0 15,49-25-15,50-25 16,-75 50 0,0-99-16,-24 74 15,0 25-15,-1 0 16,1-25-16,24-24 15,26-75 1,-76 49-16,51 26 16,-75-26-1,49 50-15,-49-24 0,25-1 16,0-24 0,0-1-1,0 26-15,-25-1 16,24-74-16,-24 75 15,50-100-15,-50 25 16,0-248 15,0 272-31,0 1 16,0 25-16,0-1 16,0 1-16,0 49 15,0-49-15,0 24 16,0-24-16,0 49 15,0-25-15,0-24 16,0-1-16,-25 26 16,0-26-1,-49-73-15,74 24 0,-25 0 16,25 24 0,-49-24-16,24-74 15,0 124-15,0-75 0,25 99 16,-49 25-1,24-49-15,0 24 16,0 1-16,25-26 16,0 50-16,0-123 15,0 48 1,0 76-16,0-26 16,0-24-16,0-1 15,0 1-15,0 49 16,0-25-16,0 25 15,0-24 1,0-1-16,0 25 0,-25-24 16,1-1-16,24 25 15,0-49-15,0 24 16,0 26-16,0-51 16,0 1-1,0 24-15,0-24 0,0-1 16,0 26-16,0-26 15,0 1-15,0 49 16,0-49 0,0-1-16,0-24 0,24 74 15,-24-24 1,0 24 0,25-149-1,-25 125-15,25-1 16,25-24-1,-50 24-15,24-24 0,-24 49 16,50-124 0,-50 99-1,0 1-15,0-26 16,0 1-16,0 49 16,0-25-1,0 1 1,0-1-16,0 25 15,0-24-15,0 24 16,0-25 0,0 26-1,0-1-15,0 0 0,0 0 16,0 0 0,25 25-1,-25-24 1,25-1-1,-25 0 1,0 0 0,0 0-1,0 1-15,0-26 0,0 25 16,49-74 0,-49 74-16,0 0 15,0-24 1,0 24-1,0-25 17,0 25-32,-25 25 15,25-24 1,-24 24 0,-26-25-16,0 25 15,26-25 1,-150 25-1,75 0 1,24 0-16,-24-25 16,25 0-16,-1 1 15,-98-26 1,98-24 0,-24 49-1,49 0-15,26 0 16,-51 25-1,-24-25 1,-50 1 0,75 24-16,-1 0 0,-24 0 15,25-50 1,-50 50 0,74 0-16,0 0 0,26 0 15,-26 0 1,0 0-16,1 0 15,24 0 1,0 0-16,-49 0 16,49 0-16,-124 74 15,99-49 1,26-25-16,-1 25 16,-50-25-16,51 25 15,-1 0 1,0-1-1,0-24 1,0 25 0,1 0-1,24 0 1,-25-25 0,25 25-16,0 24 15,0-24 16,0 0-15,-50 0 0,50-1-1,0 1 1,0 0 15,-25 0-31,25 0 16,0 0-1,0-1-15,0 1 16,-24 0 0,-1 0 93,25 0-93,-25-25-16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8:53.3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12055 7714 0,'74'0'62,"26"0"-46,73 25-16,1-25 15,24 25-15,-74-25 16,25 0-16,-25 0 16,-49 0-16,24 0 15,-49 0-15,-1 0 16,50 0-1,-49 0-15,49 0 16,-74 0-16,99 0 16,0 0-16,-25 0 15,25 0-15,124 25 16,-99-25 0,0 0-16,-25 0 0,50 0 15,-100 0-15,0 0 16,50 0-16,1 0 15,-51 0 1,-24 0-16,74 49 16,-25-49-16,-50 0 15,26 0-15,-1 0 0,-49 0 16,49 0 0,-24 0-16,24 25 0,-49-25 15,0 0 1,25 0-16,-1 0 15,26 0-15,-1 0 16,-49 25 0,25-25-16,-1 0 15,50 0-15,-74 25 16,25-25-16,-1 0 16,1 0-1,0 0-15,24 0 16,-24 0-1,-26 0-15,51 0 32,-26 0-32,1 0 0,-25 0 15,99 0 1,-75 0-16,1 0 16,0 0-1,24 0-15,1 0 0,-51 0 16,51 0-1,-50 0 1,24 24 0,1 1-16,-1-25 15,75 0 1,-74 0-16,24 0 16,26 0-1,-51 0 1,1 0-16,-1 0 15,-24 0-15,99 0 16,-99 50 0,50-50-16,-1 25 15,-49-25-15,24 0 16,26 0-16,-26 0 16,1 0-1,0 25-15,24-25 16,-24 0-16,-1 0 15,50 0-15,-24 0 16,-26 0 0,51 0-1,-26 0-15,25 0 0,25 0 16,0 0 0,-74 0-16,0 24 0,49-24 15,74 0-15,-148 0 16,0 0-1,74 0-15,50 25 16,0-25 0,-25 0-16,-74 0 15,24 0-15,0 0 16,26 0 0,-76 0-16,1 0 15,0 0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9:14.0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11782 7937 0,'0'25'125,"0"0"-109,0 0-1,0 25 1,0-26-1,0 1 17,0 25-17,0-1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9:15.7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11609 7888 0,'0'0'0,"-25"0"0,0 0 0,0 0 16,0 0-1,1 0 1,-1 0 0,0 0 15,0 0-31,0 0 16,-49 0-1,24 0-15,26 0 16,-26 0-16,25 0 15,0 0-15,-24 0 16,24 0-16,-25 0 16,25 0-16,1 0 15,-1 0-15,0 0 16,0 0 0,-24 0 15,24 0 16,0 0 0,0 0-16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4:43.2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21010 2803 0,'-50'0'188,"25"0"-110,0 0-63,50 25 32,0-25-31,25 0-16,49 0 31,-74 0-31,49 0 0,0 0 16,-24 0-1,0 0-15,49 0 0,-25 0 16,150 0 0,-150 0-1,-24 0 1,49 0-16,0 0 0,-49 0 16,49 0-1,0 0-15,-49 0 0,24 0 16,75 0-1,-124-25 1,24 25-16,-24 0 16,0 0 31,0 0-32,0-25 32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4:45.7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16396 2778 0,'25'25'219,"0"-25"-219,24 0 16,1 0-1,-25 0 1,49 0-16,-24 50 16,-26-50-1,26 0 1,-25 0-16,-25 24 16,25-24-1,-1 0 1,1 0-1,25 0 1,-25 0 0,24 0-1,-24 0 32,0 0 0,24 0-47,-24 0 16,0 0-1,0 0-15,24 0 0,-24 0 16,0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4:51.4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15974 9376 0,'50'-25'94,"99"1"-94,-50-1 0,50 25 16,-25-25-1,99 0-15,-49-24 0,173 49 31,-149 0-31,-24 0 16,49 0-16,0 0 16,-24 0-16,24 0 15,-24 0-15,98 0 16,-74 0-16,1 0 16,49 0-16,-50 0 15,50 0-15,-75 0 16,75 0-16,-124 0 15,99 0-15,-99 0 16,99 0-16,-100 0 16,26 0-1,-25 0-15,-50 0 16,0 0-16,1 0 16,-26 0-16,25 0 0,0 0 15,-24 24 1,49-24-16,0 25 0,25-25 15,49 50 1,75-25-16,-75 24 0,75 1 16,-49-25-1,272 49 1,-223-24-16,198-1 16,-273-24-1,75 25-15,124-1 31,-149-24-31,-25 25 0,25-26 16,-49 26 0,49 49-16,-50-74 0,-24 0 15,198 49 1,-273-74-16,25 25 16,-49 25-1,-1-25-15,-49-1 16,0 1-16,24 25 15,1-1 1,-1 1 0,-49-25-16,25-25 15,-25 25 1,25-25 0,-25 24-16,0 1 15,0 0 1,0 25-1,25-1 1,-25 1-16,0 24 16,25-49-16,-25 49 15,0-24-15,0 0 16,0-1-16,0 26 16,0-51-16,0 51 15,0 24 1,0 100-16,24-75 0,1 49 15,0-74-15,0 100 16,24-50 0,-24 24-1,50-49-15,-75-24 0,0-1 16,0 50-16,25 49 16,-25-124-16,24 75 15,-24-49 1,25 48-16,25 26 0,-25 0 15,-25-50-15,24 0 32,1 0-32,0 49 0,0-73 15,-25 98 1,25-148-16,-25 24 0,24 25 16,-24-24-1,0-26-15,0 26 16,0 24-16,0-25 15,0 1-15,0 24 16,0-25-16,0 1 16,0 74-1,0-125-15,0 51 16,0-26-16,0-24 16,0 25-16,0 24 15,0 1 1,0-1-16,0-49 0,0 49 15,0-24 1,-24 0-16,-1-1 0,0 50 16,25-24-1,0-1-15,-50 1 0,50-26 16,-24 26 0,-1 24-16,0 0 15,-49 149 1,49-174-1,-25 26 1,50-75-16,0-1 47,-25-24-47,0 25 234,1-25-234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4:54.3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17190 17016 0,'24'0'219,"1"0"-203,25 0-16,24 0 15,50 0 1,-99 0-16,25 0 16,-1 0-16,-24 0 15,50-25-15,-51 25 16,26 0 0,-25 0-16,0 0 0,49 0 15,-49 0-15,0 0 16,-1 0-1,26 0-15,-25 0 16,0 0-16,-1 0 0,26 0 16,0 0-1,-26 0-15,26 0 16,0 0-16,-1 0 16,-24 0-16,124 0 15,-124 0 1,49 0-16,-49 0 15,25 0-15,-26 0 16,1 0 0,0 0-16,0 0 15,0 0 1,-1 0-16,1 0 16,0 0-16,0 0 15,0 0 1,-1 0-1,1 0 32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4:56.47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22845 16991 0,'25'0'109,"25"0"-93,-26 0-16,51 0 15,-26 0-15,1 0 16,0 0-16,-26 0 16,51 25-1,-50-25-15,-1 0 16,26 0-16,-25 0 15,24 0-15,26 25 16,-50-25-16,24 0 16,-24 0-16,49 0 15,-24 0-15,0 0 16,24 0 0,-24 0-16,-25 0 15,24 0-15,-24 0 16,25 0-16,-26 0 15,1 0 1,0 0 0,0 0-16,0 0 31,-1 0-31,26 0 16,-25 0-1,24 0-15,-24 0 16,25 0-16,-25 0 15,-1 0-15,26 0 16,24 25-16,1-25 16,-26 0-1,1 49-15,-25-49 16,0 0-16,24 0 16,-24 0-16,0 0 15,0 0 1,0 0-1,-1 25 1,1-25 172,0 0-157,0 0-16,0 0 1,24 0-16,-24 0 16,0 0-1,0 0 1,-1 0-16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5:17.81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16991 3621 0,'25'0'110,"99"0"-110,99 50 0,-49 0 15,-25-50-15,0 25 16,-50-25-16,-25 0 15,-49 0-15,0 0 47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5:19.2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16818 4539 0,'24'0'140,"100"0"-124,-49 0-16,49-25 15,49 1-15,-49 24 16,-49-25-16,-1 25 16,-24-25-1,-25 25-15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9:24.4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22151 12998 0,'0'24'16,"24"-24"46,274 0-46,-100-24-1,150-1 1,222 0 0,-247 25-1,173 0 1,-99 0-16,-75 0 16,174 0-1,-148 0-15,-100 0 16,0 0-16,322 0 15,-396 0 1,123-25-16,125 25 16,-223 50-1,-75-50-15,148 0 16,-148 0-16,50 0 16,-124 25-1,-26-25-15,26 0 63,0 0-48,-26 49 1,1 1 0,50-1-16,-75 1 0,25-25 15,24 74 1,-49 0-16,25-74 15,25 25 1,-26 49 0,51 25-1,-75-74 1,0-26-16,25 26 16,-25-25-1,24 49-15,1-24 16,0 24-1,-25 1-15,0 24 0,0 0 16,0-24 0,0 49-16,25-50 15,24 149 1,-24-99-16,0-25 16,25 125-1,-26-125-15,-24 0 16,25 50-1,-25-50-15,0 0 16,25 100-16,25-50 16,-50-75-1,0 50-15,0-49 16,-25 24 0,25-74-16,-25 49 0,25-24 15,-25-1-15,25 1 16,-25 49-16,25-49 15,-24 24 1,24-24-16,0-26 16,-25-24-16,25 25 15,-25 0 63,0-25-62,25 25-16,-25-25 16,1 25-16,-26-1 15,25 1 1,-49 0 0,49-25-1,-25 0-15,-24 74 0,0-74 16,-1 0-1,1 25-15,-26 25 16,1-25-16,25-1 16,-1 26-16,-49 0 0,25-1 15,-25 1 1,50-25-16,-75 49 16,25-49-1,74 0 1,-148 49-1,123-74 1,26 0-16,-75 50 16,49-25-16,1-25 15,0 0-15,-1 24 16,-49-24 0,50 0-16,24 0 15,-49 0-15,0 0 16,24 0-1,-24 0-15,-99 25 16,98-25-16,-24 25 0,-74-25 16,99 0-1,-50 0-15,25 0 16,-75 0-16,75 0 0,-24 0 16,24 0-16,-50 0 15,0 0-15,50 0 16,-49 0-1,49 0-15,-25 0 16,-50-25-16,50-24 16,-24 49-16,-26 0 15,75 0-15,0-25 16,25 25-16,0 0 16,49 0-16,1 0 15,-1 0 1,0 0-16,26 0 15,-1 0 64,25-75-64,0 51-15,0-26 16,0 25-1,0-124-15,0 100 16,0-175 0,0 125-1,-25-25-15,-25 0 16,1 0 0,-26 75-16,75-26 15,-99-173 1,50 124-16,-26 50 15,50-125 1,-24 100-16,24 25 16,0-50-1,-49 49-15,74 26 16,-25 49 0,0-25-16,0-25 15,25 25-15,-24-24 16,24 24-16,-25-25 15,25 26-15,-25-101 16,25 51 0,0 0-1,0-1 1,0 1-16,0 24 0,0-123 16,0 98-1,0-24-15,0 25 16,0-50-1,0 99-15,0-25 16,0 0-16,0 1 0,50-26 16,-1 26-1,-24-26 1,0 26-16,0 24 0,24-25 31,-24 1-15,0 24-1,0 0 1,-25 0-16,49-49 16,-24 74-16,0-50 15,24 1 1,-24-1 0,-25 1 15,25 49-31,0-25 0,0-25 31,-1 1-31,1 49 0,0-25 31,0 0-31,0 0 16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9:35.5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7640 14536 0,'25'0'62,"-1"0"-46,-24 49-16,0-24 0,0 49 15,25-74-15,-25 50 16,25 24-16,0-24 16,0 24-16,-1 26 15,-24-26 1,50 0-16,-25 1 15,-25 49-15,25-25 16,24 25-16,-24-25 16,0-49-16,25 0 15,-26-1-15,-24 26 32,0-26-32,0 26 0,0-26 31,0 26-31,0-51 0,0 100 31,0-74-31,0 0 16,0 24-16,0-24 15,0-1-15,0-24 0,0 25 16,0-1 0,0-24-16,0 0 15,0 0 1,0 24 31,0-24-16,0 25 219,0-25-250,25-1 78,0 1-62,49 0-1,1 0-15,-1-25 16,1 0-16,24 0 16,0 0-16,0 0 15,174 0 1,-99 0-16,-75 0 15,124 0 1,-74 0-16,-75 0 16,1 0-1,-26 0-15,26 49 16,-1-49-16,75 0 16,-74 0-1,24 0-15,-50 0 16,1 0-16,124 0 15,-100 0-15,50 0 16,-25 0-16,0 0 16,50 0-16,-25 0 15,174 0 1,-224 0-16,75 0 16,-25 25-16,25-25 15,50 25-15,-26 0 16,-49 0-16,25 24 15,49-49-15,-74 0 16,249 0 0,-274 0-16,50 0 15,-1 0 1,1 0-16,-25 0 16,50 0-16,124 25 15,74 0 1,-100-25-1,-73 49-15,-1-49 16,1 0-16,-100 0 16,99 0-16,50 25 0,-49-25 15,-25 0 1,24 0-16,-74 0 16,25 0-1,-100 0-15,1 0 16,49 25-1,-74-25 17,74 0-32,100 0 15,-100 0 1,-25 0-16,150 0 16,-125 0-1,-25 0-15,25 0 16,-49-25-1,0 25-15,49 0 16,-49 0 0,-1 0-1,75 0 1,-49 0-16,-26 0 16,26 0-1,-51 0 1,26 0 31,49 25-47,50 0 15,-75 24 1,125-24 0,-125-25-16,-49 0 62,-25-25-62,0-24 63,50-1-48,-25-24 1,-25 24-16,0 1 15,124-175 1,-100 150-16,-24 0 16,0-26-1,0 76-15,0-51 16,0-24 0,0-50-1,0 99-15,0-24 16,0-25-1,0 49-15,0 1 16,0-1 0,0-24-16,0 24 0,0 0 15,0-24 1,0 24-16,0 1 16,0-26-16,0 26 15,50-26-15,-50 51 16,0-26-16,0-25 15,0 51 1,0-1 0,0-25-16,25 25 0,-25-24 15,0 24 1,0-25-16,0 1 16,0-1-1,0 25-15,0-49 16,0 24-1,0 26-15,0-26 16,25 50-16,-25-25 94,0 0-94,0 1 15,0-51 64,-50 26-33,-49 49-14,0 0-32,-75 0 0,-124 0 31,-24 0-31,49 0 0,25 0 16,74 0-1,-198 0-15,75 0 0,-448 0 31,522 0-31,-75 0 0,174 0 16,25 0-16,-149 0 16,199 0-1,-100 0-15,-50 0 16,-148 0 0,198 0-16,100 0 15,-150 0 1,50 0-16,50 0 15,-174-100-15,149 100 16,-25-24-16,25 24 16,-223-50-1,198 50-15,50 0 16,-75-25 0,75 25-16,-74 0 0,73 0 15,-123 0 1,74-74-16,50-1 15,-99 50 1,-1 1-16,26 24 16,73-25-1,-24 0-15,50 25 0,-25 0 16,-25 0 0,49 0-16,-24 0 0,0 0 15,-124 0 1,99 0-16,24 0 15,26 0 1,-75 0 0,124 0-16,-49 0 15,-25 0 1,24 0-16,50 0 16,-74 0-1,25 0-15,24 0 16,-24 0-1,-1 0-15,26 0 16,-1 0-16,-99 50 16,75-26-1,0-24-15,-175 75 32,175-50-32,-149-1 0,99 26 15,49-50 1,-24 25-16,-50 49 15,75-74 1,24 25 0,25-25-1,25 25-15,-24-25 0,-1 0 32,0 0-32,0 25 15,0-25 1,1 0 46,-1 0-30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49:39.28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6846 13593 0,'0'0'0,"-50"-25"16,1 25 0,-26-25-1,26 1-15,24 24 16,-124-50-1,100 25-15,-26 25 0,26 0 16,-26-25 0,26 25-16,-26 0 15,-74 0 1,50 0-16,25 0 16,-274 0-1,249 0-15,0 0 16,-75 0-1,100 0 1,-50 50-16,-50-50 16,125 0-1,-1 0-15,25 25 16,-124 24 0,100-24-16,-26 0 15,51 0-15,-26 0 16,-24-1-16,49 1 15,0 0-15,-25 0 16,26 24-16,-1-24 16,0 25-16,0-1 15,0-24-15,-49 124 32,74-124-32,-25 74 15,25-25-15,-49 1 0,24 74 16,25-100 15,0-24-15,0 50-1,0-51-15,-50 76 16,50-26 0,0-24-1,0 24-15,0 25 16,0-24-1,0-1-15,0-24 16,25-26-16,25 26 16,-50 25-16,24-26 15,-24 1-15,75 99 16,-50-75 0,-1 0-16,76 50 31,-26 0-31,-49-99 15,24 0-15,-24 49 16,25-24 0,-25-25-1,24 49 1,50 1 0,1-50-16,98 24 31,-99-24-16,25 25 1,-74-50 0,49 24 15,-49 1-15,24-25-16,-49 0 15,74 25 1,-49 0-16,49 0 0,-25-1 15,26 26 1,24-50-16,-50 25 0,75 49 16,149-24-1,-125-1 1,-49-49 0,-74 0-1,-1 0-15,1 0 16,-25-24-1,0-1-15,24 0 16,-24 25 0,0 0-16,0-25 15,24 0-15,-24 1 16,50-1 0,49-50-16,-50 51 15,-24-26 1,49 0-1,-74 26-15,24-1 32,1-25-17,-1 1-15,1-1 16,0 0 0,-26 1-16,26-26 15,-25 75 1,-25-74-16,74-50 15,-74 49 1,25 1-16,-25 0 16,50-26-16,-50 26 15,24 0-15,-24-199 32,0 99-32,0 50 15,0-149 1,-49 224-16,-1-1 15,1 25 1,-26-74-16,50 74 16,-24-49-1,24 49-15,-25-25 16,-123-198 15,123 199-31,-148-75 31,123 49-31,-173-74 32,199 149-32,24-24 15,-50-1 1,26-25 0,24 50 15,0-25-16,25 1-15,-25-1 16,1 25 93,-1 0-15,-25 0-78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0:08.57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8210 14585 0,'75'25'125,"24"-25"-109,99 0-1,-49 0-15,25 0 0,74 0 31,-124 0-31,-50 25 16,1-25-16,-50 0 16,49 0-16,-49 0 15,0 0 1,24 0 78,1 0-79,-1 0-15,1 0 16,0 0 0,-26 0-16,1 0 31,0 0-31,0 0 31,24 0-31,-24 0 16,25 0-1,0 0-15,-1 0 0,1 0 16,-1 0 0,-24 0-16,25 0 0,-1 0 15,51 0 1,-51 0-1,26 0-15,-1 0 16,-24 0 0,24 0-16,50 0 15,-50 0 1,26 0-16,-26 0 16,1 0-16,-26 0 15,26 0-15,-1 0 16,-24 0-1,-1 0-15,-24 0 16,25 0 0,24 0-16,-49 0 15,49 0 1,-49 0-16,25 0 0,49 0 16,-50 0-1,51 0-15,-26 0 0,25 0 16,-49 0-1,49 0-15,-24 0 0,-1 0 16,124 0 0,-123 0-16,-50 0 15,49 0-15,-24 0 16,49 25-16,-74-25 16,24 0-16,1 0 15,49 0-15,-49 0 16,24 0-16,25 0 15,-74 0 1,0 0-16,25 0 16,98 0-1,-123 0-15,25 0 16,-1 0 0,1 0-16,49 24 15,-49 1-15,-25-25 16,24 0-16,1 0 15,-1 0 1,1 0-16,0 0 16,-1 0-1,26 0-15,-26 0 16,26 0-16,24 0 16,0 0-16,-49 0 15,24 0-15,-24 0 16,24 0-16,1 0 15,-1 0-15,199 0 16,-199 25 0,26-25-16,-1 0 15,149 25 1,-174 24-16,75-49 16,-50 0-16,1 0 15,-26 0-15,-24 0 16,24 0-16,-24 0 15,24 0-15,75 0 16,-50 25 0,50-25-16,-75 25 15,75 0-15,-25-25 16,99 25-16,-123-25 16,-26 0-1,25 0 1,-24 0-16,-51 0 0,1 0 15,0 0-15,25 0 94,-26 0-78,26 0-1,-25 0 1,49 0 0,-49 0-16,25 0 15,-26 0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0:12.64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9128 14015 0,'-25'0'62,"-24"0"-46,24 0 0,0 0 30,0 0-30,-24 0 0,-1 0-16,0 0 15,26 24-15,-51-24 16,26 25 0,-26-25-16,1 0 15,-1 25-15,26-25 16,-1 25-16,1-25 15,-1 25-15,-24-25 0,49 0 16,-25 24 0,1-24-1,24 25-15,0-25 0,0 0 16,-25 25 0,26 0-1,-1 0 1,0-25-1,0 24-15,25 1 32,-25 0-17,25 0 1,0 25-16,-49-1 16,49-24-16,0 0 15,0 49-15,0-49 31,0 25-31,0-1 0,0 1 0,0-25 16,0-1 0,0 1-16,0 0 15,0 0 1,0 0 0,0-1-1,0 1-15,25 0 16,-25 0-1,24 24-15,1 26 16,0-26 15,0-24-31,0 0 32,-1 0-32,1-25 0,25 49 15,-25-49 1,0 25-16,-1 0 15,51-25-15,-50 25 16,24 0 0,26-25-16,49 0 15,-75 0-15,1 25 16,24 24 0,-24-49-16,-1 0 15,-24 0-15,50 0 16,-26 0-16,26 0 15,-26 0 1,100 0-16,-124 0 31,25 0-31,-26 0 16,1 0-16,0 0 16,25 0-1,-1 0-15,-24 0 16,0 0-1,0-25-15,24 1 16,-49-1 0,25 25-16,0-50 15,24 50 1,1-25-16,0-24 16,-50-1-1,24 0-15,1 1 16,-25 24-16,0-25 15,0 26-15,0-26 16,0 25-16,0-49 16,0 24-1,0 1 17,0 24-32,0 0 0,-25 0 31,25-24-31,-24 24 15,24-25 1,-25 50 0,0-25-16,25 1 15,-25-1-15,-24 0 0,49-25 16,-50 26 0,-24-1-1,49 25 1,0-25-16,0 25 15,25-25 1,-49 0 15,49 0-15,-25 1 0,25-1-1,-25 25-15,0-25 31,0 0-31,25 0 0,-24 25 32,-1-49-32,0 49 15,-25 0 1,26 0 31,-1 0-16,0 0 0,0 0-31,0 25 32,0-25-17,1 24-15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0:17.17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22671 13419 0,'0'-24'140,"-24"24"-140,-1 0 16,-25 0 0,25 0-16,-24 0 15,24 0-15,-49 0 16,24 0-1,0 0-15,-49 0 16,0 0 0,49 0-1,26 0-15,-51 0 16,50 0 0,1 0-1,-1 24-15,0 1 31,-25 0-15,26 0 0,-1-25 15,25 25-15,-50 49 15,50-49 16,0 0-47,0-1 31,0 1 16,0 0-16,25 0-15,-25 0-1,50-1-15,24-24 0,-24 25 16,49 25 0,-50-50-16,26 0 15,-50 0-15,24 49 16,-24-49-16,0 0 15,24 0 1,1 0-16,24 0 16,26 0-1,98 0-15,-99 0 16,-49 0 0,0-24-1,-26 24-15,1 0 16,-25-25 15,50 0-15,-50 0-16,25 25 0,-1-25 15,1-24 1,0 49-16,-25-25 125,-50 25-63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0:19.0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23217 14337 0,'0'-25'31,"0"0"31,0 1-30,-25-1-17,-99-25 1,50 50-1,0 0-15,-1-25 16,1 25 0,-1 0-16,26 0 0,-1 0 15,-49-24 1,49 24-16,1 0 16,-1-25-1,25 25-15,-24 0 0,-1 0 16,25 0-16,0 0 15,1 0-15,-26 0 16,25 0 0,0 0-1,1 0 1,-26 0 0,25 0-16,0 0 0,-24 25 15,24-25 1,-25 24-16,26-24 15,-26 25 1,0 0-16,25 0 0,-49 24 16,49-24-1,-24-25-15,-1 50 16,50-25 0,-25 0-1,0-1 1,25 1-1,-24 0-15,24 0 16,0 0 0,0-1-1,0 1-15,0 0 16,0 0-16,0 0 16,24-25-1,1 0-15,50 24 31,-51-24-31,1 0 16,74 50-16,1-25 16,-51-25-16,1 0 15,0 0-15,-1 25 16,1 24 0,-25-49-16,74 0 31,-74 0-31,24 0 15,-49 25-15,25-25 16,0 0-16,0 0 16,24 50-16,-24-50 15,0 0 1,-25 24 0,25-24-16,-1 0 15,26 0 1,0 0-16,-26 0 15,51 0 1,-26 0-16,-24-24 16,25 24-1,-25-25 1,0 0 0,-1 0-16,-24 0 15,25 25 1,0-24-16,-25-26 0,25 50 15,0-50 1,-1 26 0,1-1-1,-25 0 48,0 0-48,0-24 1,0 24 0,0 0-1,-25 25 79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0:22.04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25623 13717 0,'75'0'94,"-1"0"-94,25 0 16,-74 0-1,50 0-15,-26 0 16,-24 0-16,0 0 16,24 0-1,1 0 1,-25 0-16,0 0 15,-1 0-15,1 0 16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0:23.3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25946 14635 0,'25'0'203,"-1"0"-188,26 0 32,-25 0-31,24 0-1,-24 0 17,25 0-1,-25 0 16,-1 0-32,26 0 1,0 0-16,-26 0 16,26 0-1,-25 0-15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0:33.8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20762 11311 0,'0'0'0,"49"-25"0,-24 0 15,49 1 1,26-26 0,-26 50-16,50-50 15,0 25-15,174-24 16,-25-1-16,74 25 15,-74-24 1,0-1-16,49 50 16,199-25-1,-248 25 1,372 0 0,-348 0-16,51 0 15,-125 0 1,25 0-16,50 0 0,148 0 31,-223 0-31,25 25 0,0 0 16,149 74-1,-174-49-15,1-1 16,98 1 0,-74 0-16,-149-25 15,75-25 1,0 49-16,-150-49 15,76 25-15,49 0 16,-75 0 0,25 74-1,25-74-15,-49-1 16,-51 1-16,26 0 16,0-25-1,-1 25-15,50 124 31,-49-25-31,-25-25 16,24 50 0,1 74-16,-25-149 0,-25 75 15,25 0-15,49 25 16,-74 74 0,0-149-1,0 0-15,0 100 16,-25-1-1,0-99-15,1 25 16,-51 0 0,75-49-16,-25 73 0,-24-73 15,24-1 1,25-24-16,0-25 16,-25 124-16,-24-149 15,-51 124 1,76 24-16,-51-24 15,-74 50 1,75-75-16,0 1 16,24-26-16,0-74 15,26 50 1,-1-50 0,0 24-1,0-24-15,25 25 16,-49-25-16,24 0 15,-50 25 1,-123 0-16,123-25 16,-73 25-16,-125-1 31,74-24-31,100 0 0,-25 0 16,-50 0-1,1 0-15,-26 0 16,-24 0-16,-223 25 15,222 0 1,-24 25-16,50-1 16,24-49-16,25 25 15,1-25-15,24 0 16,-25 0-16,50 0 16,-25 0-16,-25 0 15,49 0-15,-24 0 16,0 50-16,25-50 15,-25 24 1,25 1-16,-99 0 16,98-25-16,-73 50 15,24-26 1,74-24-16,1 0 16,0 0-16,-26 0 15,26 0 1,0 0-16,-1 0 15,-49 0-15,-25 0 16,50 0-16,0 0 16,-149 0-1,149 0-15,-100 0 16,75 0 0,25 0-1,-50-24-15,-49-1 0,148 25 16,-24 0-16,24 0 15,25-25 1,0 25 15,1-25-31,-1-24 16,25 24-16,0-25 16,-50 1-1,50 24-15,0-25 16,0-123-1,0 98-15,0-24 16,0 24-16,0-24 16,0 25-16,0-1 15,0 26-15,0-26 16,0-24-16,0 50 16,0-100-1,0-25-15,0 125 16,0-175-1,0 125-15,0 0 16,0 0 0,0 49-16,0-49 15,0 74 1,0-49-16,0-50 16,0 99-16,0-74 15,0-1-15,0 76 16,0-26-16,25-25 15,25-49 1,-26 50-16,26 0 16,-50 49-16,50-74 15,-26-75 17,1 149-32,-25-24 15,25-1 1,49-74-1,-74 74-15,50-24 16,-25-1-16,24-49 16,1 75 15,-50 24-31,25 0 31,-25 0-15,25 1-16,0 24 15,-25-25-15,49-25 16,-24 25-16,0-49 16,24 24-16,-24 50 15,0-49 1,-25 24-16,25 0 16,0 0-1,-1 1 1,-24-1-1,25 0 17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3:35.6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5705 8954 0,'74'0'79,"1"0"-64,49 0-15,0 0 16,-50 0-16,50 0 15,-24 0-15,-1 0 16,25 0-16,0 0 16,-25 0-16,0 0 15,100 0-15,-50 0 16,-25 0-16,49 0 16,-74 0-16,1 0 15,-1 0-15,50 0 16,-75 0-1,-24 0-15,-1 0 16,-24 0-16,25 0 16,24 0-16,-24 0 15,24 0-15,-49 0 16,25 0 0,-26 0-16,51 0 0,-26 0 15,1 0-15,24 0 16,1 0-1,24 0-15,25 0 16,-49 0-16,-1 0 16,25 0-16,-24 0 31,148 0-31,-74 0 0,-75 0 16,0 0-16,-49 0 15,25 0 1,49 0-16,-24 0 15,-1 0-15,-24 0 0,24 0 16,0 0 0,-24 0-16,24 0 15,26 0-15,48 0 16,-48 0 0,73 0-16,-73 0 15,-1 0-15,25 25 16,-50-25-16,25 0 15,100 0 1,-150 0-16,51 0 16,-1 0-1,-25 0-15,26 0 0,-1 0 16,99 0 0,-123 0-16,24 0 15,-25 0 1,1 0-1,-1 0-15,25 0 0,-24 0 16,98 0-16,-123 0 16,49 0-1,0 25-15,50 0 16,-25-25-16,-49 0 16,24 0-16,25 0 0,-50 0 15,1 0 1,-51 0-1,1 0-15,0 0 16,0 0 0,0 0-1,24 0 1,1 0-16,-25 0 0,24 0 16,1 0-16,0 0 15,-26 0-15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5:47.6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20265 695 0,'75'0'31,"173"0"-15,25 0-16,0 49 15,-1-49-15,101 0 16,-51 0-16,50 25 16,-49-25-16,49 0 15,-124 25 1,49 0-16,-24-25 0,198 0 16,-247-50-1,-125 50-15,149 0 0,-99 0 16,24 0-1,1 0-15,49 0 16,-74 0-16,-124 25 16,248 0-1,-100 24-15,-49-49 0,50 0 16,74 50 0,-124-50-16,25 0 15,-124 0 1,74 49-16,-25-24 15,50 0 1,25 0-16,-99-25 16,49 25-1,-74-1-15,49 1 0,-49-25 16,0 0 0,0 0-16,-1 50 15,1-50-15,-25 25 16,50 24-16,-25-49 15,0 25 1,-25 0-16,49 0 31,-24-25-31,-25 24 16,0 1-16,0 0 16,99 99-1,-74-99-15,49 99 16,-24-50-16,0-24 15,-26 0-15,51-26 16,-75 1-16,74 25 16,-49-1-1,0 51 1,-50 73-16,25-148 16,0 0-16,0 99 15,50 49-15,-50-73 16,24 24-16,1 0 15,-25-50-15,25 75 16,-25-75 0,25 1-16,24 49 15,-49-25 1,25-25-16,-25 26 0,25 49 16,0-1-1,-25 1-15,25 25 0,-1-25 16,26 74-1,0-74-15,-25-75 0,24 75 16,26-25 0,24 0-16,-99 74 0,49-123 15,1 74-15,-50-50 16,25 75-16,24-75 16,26 99-1,-26-148-15,-24 24 16,25 50-1,-25-49-15,-1-1 16,26 25-16,24 1 16,-49-51-1,0 1-15,0-1 16,0 1 0,-1-25-16,-24 24 0,0 51 15,25-51 1,0 26-16,25-1 0,-26 50 15,1-25-15,-25-49 16,25 24-16,25 50 16,-50-99-1,25 25-15,-25-25 0,24 24 16,1-24 0,-25 49-16,0-49 0,0 25 15,0 24 1,0-24-16,0-25 15,0-1 1,0 51-16,0-26 0,0 1 16,-49-25-1,49 24-15,-50 1 16,-49-25 0,74 49-16,-124 25 15,75 1 1,-50 24-16,49-75 15,26 1 1,24 0-16,-99 24 0,-348 124 31,274-98-31,0-51 16,-26 26 0,-24-51-16,-521 125 15,124-124 1,397 0-1,-297 49 1,321-49 0,-48-25-16,-1 0 15,25 0-15,-25 0 0,50 0 16,-25 0-16,-199 0 16,249 0-1,-50 0-15,0 0 16,0 0-16,-1 25 15,-23-25-15,-1 0 16,25 0-16,0 0 16,0 0-16,24 0 15,-73 0 1,24-74-16,0 49 0,0 0 16,-99-50-1,149 75-15,99-24 16,0-1-1,49 25-15,26-25 16,-26 25-16,75-25 16,-49 0-16,24 25 15,0 0 1,0-24 46,1-26-46,-1 0 0,0 26-16,-25-1 15,26-25 1,-1-24 15,0 24-15,25 25-16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5:49.2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20216 7813 0,'0'-24'78,"25"24"-47,24 0-31,1 0 16,-1 0-16,26 0 16,-1 0-1,25 0-15,1 0 16,-1 0-16,0 0 15,0 0-15,50 0 16,-74 0 0,98-50-16,-98 50 0,24 0 15,-50 0-15,100 0 16,-99 0-16,124 0 16,-75 0-16,0 0 15,0 0-15,-74 0 16,49 0-16,1 0 15,-26 0-15,1 0 16,0 0 0,-26 0-16,51 0 15,-50 0-15,0 0 16,-1 0 0,1 0 202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57:30.54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4961 4961 0,'50'0'188,"49"0"-172,25 0-1,372 0 1,-273 0-16,-99 74 0,99-49 15,-99-25 1,75 25-16,-26 0 16,-73 0-16,247-25 31,-273 0-31,26 0 16,-26 0-16,-49 0 15,49 0-15,75 0 16,-75 24-1,1-24-15,24 0 32,-24 0-32,-26 0 15,75 0-15,-74 0 16,24 0-16,-49 0 16,25 0-1,-26 0 32,26 0-31,0 0-16,-1 0 0,26 0 15,-26 0 1,-24 0-16,0 0 0,24 0 16,1 0 93,-25 0-93,0 0 46,-1 0-62,26 0 0,-25 0 16,0 0-1,0 0-15,24 0 0,-24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B1049-6EE2-4719-A959-1BF0DBE78B3C}" type="datetimeFigureOut">
              <a:rPr lang="en-AU" smtClean="0"/>
              <a:t>17/02/2023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65B83-7090-4EA3-8AD5-E90D2409D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3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306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51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74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45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274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15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817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9872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868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232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929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137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046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901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278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070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2397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8405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43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8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2A43E-4C69-445B-9395-7AF0794D0BDD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657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5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2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8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95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customXml" Target="../ink/ink6.xm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0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17.xml"/><Relationship Id="rId3" Type="http://schemas.openxmlformats.org/officeDocument/2006/relationships/image" Target="../media/image16.png"/><Relationship Id="rId7" Type="http://schemas.openxmlformats.org/officeDocument/2006/relationships/customXml" Target="../ink/ink14.xm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customXml" Target="../ink/ink15.xml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20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46.png"/><Relationship Id="rId5" Type="http://schemas.openxmlformats.org/officeDocument/2006/relationships/image" Target="../media/image43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customXml" Target="../ink/ink28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customXml" Target="../ink/ink34.xml"/><Relationship Id="rId18" Type="http://schemas.openxmlformats.org/officeDocument/2006/relationships/image" Target="../media/image59.png"/><Relationship Id="rId26" Type="http://schemas.openxmlformats.org/officeDocument/2006/relationships/image" Target="../media/image63.png"/><Relationship Id="rId3" Type="http://schemas.openxmlformats.org/officeDocument/2006/relationships/customXml" Target="../ink/ink29.xml"/><Relationship Id="rId21" Type="http://schemas.openxmlformats.org/officeDocument/2006/relationships/customXml" Target="../ink/ink38.xml"/><Relationship Id="rId7" Type="http://schemas.openxmlformats.org/officeDocument/2006/relationships/customXml" Target="../ink/ink31.xml"/><Relationship Id="rId12" Type="http://schemas.openxmlformats.org/officeDocument/2006/relationships/image" Target="../media/image56.png"/><Relationship Id="rId17" Type="http://schemas.openxmlformats.org/officeDocument/2006/relationships/customXml" Target="../ink/ink36.xml"/><Relationship Id="rId25" Type="http://schemas.openxmlformats.org/officeDocument/2006/relationships/customXml" Target="../ink/ink40.xml"/><Relationship Id="rId2" Type="http://schemas.openxmlformats.org/officeDocument/2006/relationships/image" Target="../media/image49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29" Type="http://schemas.openxmlformats.org/officeDocument/2006/relationships/customXml" Target="../ink/ink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customXml" Target="../ink/ink33.xml"/><Relationship Id="rId24" Type="http://schemas.openxmlformats.org/officeDocument/2006/relationships/image" Target="../media/image62.png"/><Relationship Id="rId32" Type="http://schemas.openxmlformats.org/officeDocument/2006/relationships/image" Target="../media/image66.png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23" Type="http://schemas.openxmlformats.org/officeDocument/2006/relationships/customXml" Target="../ink/ink39.xml"/><Relationship Id="rId28" Type="http://schemas.openxmlformats.org/officeDocument/2006/relationships/image" Target="../media/image64.png"/><Relationship Id="rId10" Type="http://schemas.openxmlformats.org/officeDocument/2006/relationships/image" Target="../media/image55.png"/><Relationship Id="rId19" Type="http://schemas.openxmlformats.org/officeDocument/2006/relationships/customXml" Target="../ink/ink37.xml"/><Relationship Id="rId31" Type="http://schemas.openxmlformats.org/officeDocument/2006/relationships/customXml" Target="../ink/ink43.xml"/><Relationship Id="rId4" Type="http://schemas.openxmlformats.org/officeDocument/2006/relationships/image" Target="../media/image52.png"/><Relationship Id="rId9" Type="http://schemas.openxmlformats.org/officeDocument/2006/relationships/customXml" Target="../ink/ink32.xml"/><Relationship Id="rId14" Type="http://schemas.openxmlformats.org/officeDocument/2006/relationships/image" Target="../media/image57.png"/><Relationship Id="rId22" Type="http://schemas.openxmlformats.org/officeDocument/2006/relationships/image" Target="../media/image61.png"/><Relationship Id="rId27" Type="http://schemas.openxmlformats.org/officeDocument/2006/relationships/customXml" Target="../ink/ink41.xml"/><Relationship Id="rId30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13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12" Type="http://schemas.openxmlformats.org/officeDocument/2006/relationships/customXml" Target="../ink/ink49.xml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../media/image71.png"/><Relationship Id="rId5" Type="http://schemas.openxmlformats.org/officeDocument/2006/relationships/image" Target="../media/image68.png"/><Relationship Id="rId10" Type="http://schemas.openxmlformats.org/officeDocument/2006/relationships/customXml" Target="../ink/ink48.xml"/><Relationship Id="rId4" Type="http://schemas.openxmlformats.org/officeDocument/2006/relationships/customXml" Target="../ink/ink45.xml"/><Relationship Id="rId9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Relationship Id="rId5" Type="http://schemas.openxmlformats.org/officeDocument/2006/relationships/image" Target="../media/image76.png"/><Relationship Id="rId4" Type="http://schemas.openxmlformats.org/officeDocument/2006/relationships/customXml" Target="../ink/ink51.xml"/><Relationship Id="rId9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customXml" Target="../ink/ink55.xml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customXml" Target="../ink/ink56.xml"/><Relationship Id="rId4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3" Type="http://schemas.openxmlformats.org/officeDocument/2006/relationships/image" Target="../media/image89.png"/><Relationship Id="rId7" Type="http://schemas.openxmlformats.org/officeDocument/2006/relationships/image" Target="../media/image9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5" Type="http://schemas.openxmlformats.org/officeDocument/2006/relationships/image" Target="../media/image91.png"/><Relationship Id="rId4" Type="http://schemas.openxmlformats.org/officeDocument/2006/relationships/customXml" Target="../ink/ink57.xml"/><Relationship Id="rId9" Type="http://schemas.openxmlformats.org/officeDocument/2006/relationships/image" Target="../media/image9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13" Type="http://schemas.openxmlformats.org/officeDocument/2006/relationships/image" Target="../media/image100.png"/><Relationship Id="rId18" Type="http://schemas.openxmlformats.org/officeDocument/2006/relationships/customXml" Target="../ink/ink67.xml"/><Relationship Id="rId3" Type="http://schemas.openxmlformats.org/officeDocument/2006/relationships/image" Target="../media/image94.png"/><Relationship Id="rId21" Type="http://schemas.openxmlformats.org/officeDocument/2006/relationships/image" Target="../media/image103.png"/><Relationship Id="rId7" Type="http://schemas.openxmlformats.org/officeDocument/2006/relationships/image" Target="../media/image97.png"/><Relationship Id="rId12" Type="http://schemas.openxmlformats.org/officeDocument/2006/relationships/customXml" Target="../ink/ink64.xml"/><Relationship Id="rId17" Type="http://schemas.openxmlformats.org/officeDocument/2006/relationships/image" Target="../media/image102.png"/><Relationship Id="rId25" Type="http://schemas.openxmlformats.org/officeDocument/2006/relationships/image" Target="../media/image105.png"/><Relationship Id="rId2" Type="http://schemas.openxmlformats.org/officeDocument/2006/relationships/image" Target="../media/image90.png"/><Relationship Id="rId16" Type="http://schemas.openxmlformats.org/officeDocument/2006/relationships/customXml" Target="../ink/ink66.xml"/><Relationship Id="rId20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../media/image99.png"/><Relationship Id="rId24" Type="http://schemas.openxmlformats.org/officeDocument/2006/relationships/customXml" Target="../ink/ink70.xml"/><Relationship Id="rId5" Type="http://schemas.openxmlformats.org/officeDocument/2006/relationships/image" Target="../media/image96.png"/><Relationship Id="rId15" Type="http://schemas.openxmlformats.org/officeDocument/2006/relationships/image" Target="../media/image101.png"/><Relationship Id="rId23" Type="http://schemas.openxmlformats.org/officeDocument/2006/relationships/image" Target="../media/image104.png"/><Relationship Id="rId10" Type="http://schemas.openxmlformats.org/officeDocument/2006/relationships/customXml" Target="../ink/ink63.xml"/><Relationship Id="rId19" Type="http://schemas.openxmlformats.org/officeDocument/2006/relationships/image" Target="../media/image31.png"/><Relationship Id="rId4" Type="http://schemas.openxmlformats.org/officeDocument/2006/relationships/customXml" Target="../ink/ink60.xml"/><Relationship Id="rId9" Type="http://schemas.openxmlformats.org/officeDocument/2006/relationships/image" Target="../media/image98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3.xml"/><Relationship Id="rId13" Type="http://schemas.openxmlformats.org/officeDocument/2006/relationships/image" Target="../media/image114.png"/><Relationship Id="rId3" Type="http://schemas.openxmlformats.org/officeDocument/2006/relationships/image" Target="../media/image108.png"/><Relationship Id="rId7" Type="http://schemas.openxmlformats.org/officeDocument/2006/relationships/image" Target="../media/image111.png"/><Relationship Id="rId12" Type="http://schemas.openxmlformats.org/officeDocument/2006/relationships/customXml" Target="../ink/ink75.xml"/><Relationship Id="rId17" Type="http://schemas.openxmlformats.org/officeDocument/2006/relationships/image" Target="../media/image116.png"/><Relationship Id="rId2" Type="http://schemas.openxmlformats.org/officeDocument/2006/relationships/image" Target="../media/image107.png"/><Relationship Id="rId16" Type="http://schemas.openxmlformats.org/officeDocument/2006/relationships/customXml" Target="../ink/ink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2.xml"/><Relationship Id="rId11" Type="http://schemas.openxmlformats.org/officeDocument/2006/relationships/image" Target="../media/image113.png"/><Relationship Id="rId5" Type="http://schemas.openxmlformats.org/officeDocument/2006/relationships/image" Target="../media/image110.png"/><Relationship Id="rId15" Type="http://schemas.openxmlformats.org/officeDocument/2006/relationships/image" Target="../media/image115.png"/><Relationship Id="rId10" Type="http://schemas.openxmlformats.org/officeDocument/2006/relationships/customXml" Target="../ink/ink74.xml"/><Relationship Id="rId4" Type="http://schemas.openxmlformats.org/officeDocument/2006/relationships/customXml" Target="../ink/ink71.xml"/><Relationship Id="rId9" Type="http://schemas.openxmlformats.org/officeDocument/2006/relationships/image" Target="../media/image112.png"/><Relationship Id="rId14" Type="http://schemas.openxmlformats.org/officeDocument/2006/relationships/customXml" Target="../ink/ink7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7.png"/><Relationship Id="rId7" Type="http://schemas.openxmlformats.org/officeDocument/2006/relationships/customXml" Target="../ink/ink79.xml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customXml" Target="../ink/ink78.xml"/><Relationship Id="rId10" Type="http://schemas.openxmlformats.org/officeDocument/2006/relationships/image" Target="../media/image122.png"/><Relationship Id="rId4" Type="http://schemas.openxmlformats.org/officeDocument/2006/relationships/image" Target="../media/image118.png"/><Relationship Id="rId9" Type="http://schemas.openxmlformats.org/officeDocument/2006/relationships/customXml" Target="../ink/ink8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customXml" Target="../ink/ink86.xml"/><Relationship Id="rId3" Type="http://schemas.openxmlformats.org/officeDocument/2006/relationships/customXml" Target="../ink/ink81.xml"/><Relationship Id="rId7" Type="http://schemas.openxmlformats.org/officeDocument/2006/relationships/customXml" Target="../ink/ink83.xml"/><Relationship Id="rId12" Type="http://schemas.openxmlformats.org/officeDocument/2006/relationships/image" Target="../media/image136.png"/><Relationship Id="rId2" Type="http://schemas.openxmlformats.org/officeDocument/2006/relationships/image" Target="../media/image130.png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customXml" Target="../ink/ink85.xml"/><Relationship Id="rId5" Type="http://schemas.openxmlformats.org/officeDocument/2006/relationships/customXml" Target="../ink/ink82.xml"/><Relationship Id="rId15" Type="http://schemas.openxmlformats.org/officeDocument/2006/relationships/customXml" Target="../ink/ink87.xml"/><Relationship Id="rId10" Type="http://schemas.openxmlformats.org/officeDocument/2006/relationships/image" Target="../media/image135.png"/><Relationship Id="rId4" Type="http://schemas.openxmlformats.org/officeDocument/2006/relationships/image" Target="../media/image132.png"/><Relationship Id="rId9" Type="http://schemas.openxmlformats.org/officeDocument/2006/relationships/customXml" Target="../ink/ink84.xml"/><Relationship Id="rId14" Type="http://schemas.openxmlformats.org/officeDocument/2006/relationships/image" Target="../media/image1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3.png"/><Relationship Id="rId2" Type="http://schemas.openxmlformats.org/officeDocument/2006/relationships/customXml" Target="../ink/ink8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0.xml"/><Relationship Id="rId5" Type="http://schemas.openxmlformats.org/officeDocument/2006/relationships/image" Target="../media/image142.png"/><Relationship Id="rId4" Type="http://schemas.openxmlformats.org/officeDocument/2006/relationships/customXml" Target="../ink/ink8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4.xml"/><Relationship Id="rId13" Type="http://schemas.openxmlformats.org/officeDocument/2006/relationships/image" Target="../media/image149.png"/><Relationship Id="rId3" Type="http://schemas.openxmlformats.org/officeDocument/2006/relationships/image" Target="../media/image144.png"/><Relationship Id="rId7" Type="http://schemas.openxmlformats.org/officeDocument/2006/relationships/image" Target="../media/image146.png"/><Relationship Id="rId12" Type="http://schemas.openxmlformats.org/officeDocument/2006/relationships/customXml" Target="../ink/ink96.xml"/><Relationship Id="rId2" Type="http://schemas.openxmlformats.org/officeDocument/2006/relationships/customXml" Target="../ink/ink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11" Type="http://schemas.openxmlformats.org/officeDocument/2006/relationships/image" Target="../media/image148.png"/><Relationship Id="rId5" Type="http://schemas.openxmlformats.org/officeDocument/2006/relationships/image" Target="../media/image145.png"/><Relationship Id="rId15" Type="http://schemas.openxmlformats.org/officeDocument/2006/relationships/image" Target="../media/image150.png"/><Relationship Id="rId10" Type="http://schemas.openxmlformats.org/officeDocument/2006/relationships/customXml" Target="../ink/ink95.xml"/><Relationship Id="rId4" Type="http://schemas.openxmlformats.org/officeDocument/2006/relationships/customXml" Target="../ink/ink92.xml"/><Relationship Id="rId9" Type="http://schemas.openxmlformats.org/officeDocument/2006/relationships/image" Target="../media/image147.png"/><Relationship Id="rId14" Type="http://schemas.openxmlformats.org/officeDocument/2006/relationships/customXml" Target="../ink/ink9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customXml" Target="../ink/ink9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9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customXml" Target="../ink/ink100.xml"/><Relationship Id="rId4" Type="http://schemas.openxmlformats.org/officeDocument/2006/relationships/image" Target="../media/image15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customXml" Target="../ink/ink10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/>
              <a:t>Week </a:t>
            </a:r>
            <a:r>
              <a:rPr lang="en-AU" b="1" dirty="0"/>
              <a:t>02 – Part 3</a:t>
            </a:r>
          </a:p>
          <a:p>
            <a:r>
              <a:rPr lang="en-AU" dirty="0"/>
              <a:t>Forms, Indexes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Adding a new record to the Movie Table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Last lecture we created a Movie table.  To add a new movie we: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Open the Movie Datasheet view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Click on the * at the bottom left of the view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Type in the details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Datasheet view: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end-user friendly. You would not expect end-users/customer to use a datasheet.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this was an employee table, it would contain personal details. The end-user could see data about other employees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delete data in one row / multiple rows very easily (by mistake)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595" y="2632039"/>
            <a:ext cx="9460526" cy="16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9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5879"/>
            <a:ext cx="10972800" cy="808522"/>
          </a:xfrm>
        </p:spPr>
        <p:txBody>
          <a:bodyPr/>
          <a:lstStyle/>
          <a:p>
            <a:r>
              <a:rPr lang="en-AU" dirty="0"/>
              <a:t>The Movie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Movie table has a field called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"PG" rated movie?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RatingName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"PARENTAL GUIDANCE"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Description: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"Parental guidance recommended for persons under 15 years."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"MA" rated movie?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RatingName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"MATURE ACCOMPANIED (15+)"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Description: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"Persons under 15 years must be accompanied by a mature adult."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Group 324"/>
          <p:cNvGraphicFramePr>
            <a:graphicFrameLocks noGrp="1"/>
          </p:cNvGraphicFramePr>
          <p:nvPr/>
        </p:nvGraphicFramePr>
        <p:xfrm>
          <a:off x="1686278" y="1392238"/>
          <a:ext cx="8210756" cy="195072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runtime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57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F65B0-3013-432F-BA87-A5788FCB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 much in one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2A8A-9369-479B-A962-FF0B918F0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514808"/>
          </a:xfrm>
        </p:spPr>
        <p:txBody>
          <a:bodyPr/>
          <a:lstStyle/>
          <a:p>
            <a:r>
              <a:rPr lang="en-GB" dirty="0"/>
              <a:t>Imagine, we add rating details to the Movie table</a:t>
            </a:r>
          </a:p>
        </p:txBody>
      </p:sp>
      <p:graphicFrame>
        <p:nvGraphicFramePr>
          <p:cNvPr id="4" name="Group 324">
            <a:extLst>
              <a:ext uri="{FF2B5EF4-FFF2-40B4-BE49-F238E27FC236}">
                <a16:creationId xmlns:a16="http://schemas.microsoft.com/office/drawing/2014/main" id="{FB964279-E812-40EC-8014-0EF41758EB43}"/>
              </a:ext>
            </a:extLst>
          </p:cNvPr>
          <p:cNvGraphicFramePr>
            <a:graphicFrameLocks noGrp="1"/>
          </p:cNvGraphicFramePr>
          <p:nvPr/>
        </p:nvGraphicFramePr>
        <p:xfrm>
          <a:off x="364474" y="1681949"/>
          <a:ext cx="11217925" cy="4053840"/>
        </p:xfrm>
        <a:graphic>
          <a:graphicData uri="http://schemas.openxmlformats.org/drawingml/2006/table">
            <a:tbl>
              <a:tblPr/>
              <a:tblGrid>
                <a:gridCol w="911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0108">
                  <a:extLst>
                    <a:ext uri="{9D8B030D-6E8A-4147-A177-3AD203B41FA5}">
                      <a16:colId xmlns:a16="http://schemas.microsoft.com/office/drawing/2014/main" val="1202122423"/>
                    </a:ext>
                  </a:extLst>
                </a:gridCol>
                <a:gridCol w="3606296">
                  <a:extLst>
                    <a:ext uri="{9D8B030D-6E8A-4147-A177-3AD203B41FA5}">
                      <a16:colId xmlns:a16="http://schemas.microsoft.com/office/drawing/2014/main" val="599973119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runtime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ratingName</a:t>
                      </a:r>
                      <a:endParaRPr kumimoji="0" lang="en-US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ratingDescription</a:t>
                      </a:r>
                      <a:endParaRPr kumimoji="0" lang="en-US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 recommended for persons under 15 years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MATURE ACCOMPANIED (15+)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Persons under 15 years must be accompanied by a mature adult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MATURE ACCOMPANIED (15+)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Persons under 15 years must be accompanied by a mature adult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 recommended for persons under 15 years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B7ACD4-7B8C-4C9B-A747-4D0996FC875C}"/>
              </a:ext>
            </a:extLst>
          </p:cNvPr>
          <p:cNvSpPr txBox="1">
            <a:spLocks/>
          </p:cNvSpPr>
          <p:nvPr/>
        </p:nvSpPr>
        <p:spPr>
          <a:xfrm>
            <a:off x="608089" y="5821118"/>
            <a:ext cx="10680834" cy="82412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What problems could arise?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Solution: create a separate table for Ratings</a:t>
            </a:r>
          </a:p>
        </p:txBody>
      </p:sp>
    </p:spTree>
    <p:extLst>
      <p:ext uri="{BB962C8B-B14F-4D97-AF65-F5344CB8AC3E}">
        <p14:creationId xmlns:p14="http://schemas.microsoft.com/office/powerpoint/2010/main" val="361087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Rating information should be stored in our Database in a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Group 324"/>
          <p:cNvGraphicFramePr>
            <a:graphicFrameLocks noGrp="1"/>
          </p:cNvGraphicFramePr>
          <p:nvPr/>
        </p:nvGraphicFramePr>
        <p:xfrm>
          <a:off x="981636" y="1392238"/>
          <a:ext cx="11066929" cy="2346960"/>
        </p:xfrm>
        <a:graphic>
          <a:graphicData uri="http://schemas.openxmlformats.org/drawingml/2006/table">
            <a:tbl>
              <a:tblPr/>
              <a:tblGrid>
                <a:gridCol w="1551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6756">
                  <a:extLst>
                    <a:ext uri="{9D8B030D-6E8A-4147-A177-3AD203B41FA5}">
                      <a16:colId xmlns:a16="http://schemas.microsoft.com/office/drawing/2014/main" val="1083243938"/>
                    </a:ext>
                  </a:extLst>
                </a:gridCol>
                <a:gridCol w="6589059">
                  <a:extLst>
                    <a:ext uri="{9D8B030D-6E8A-4147-A177-3AD203B41FA5}">
                      <a16:colId xmlns:a16="http://schemas.microsoft.com/office/drawing/2014/main" val="3547811919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RATINGNAME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DESCRIPTION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General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Suitable for all 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900" b="0" dirty="0">
                          <a:solidFill>
                            <a:schemeClr val="tx2"/>
                          </a:solidFill>
                          <a:latin typeface="+mn-lt"/>
                        </a:rPr>
                        <a:t>Parental Guidance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Recommended for mature audiences 15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Mature (15+)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Persons under 15 years must be accompanied by a mature adult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900" b="0" dirty="0">
                          <a:solidFill>
                            <a:schemeClr val="tx2"/>
                          </a:solidFill>
                          <a:latin typeface="+mn-lt"/>
                        </a:rPr>
                        <a:t>Mature Accompanied (15+)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Parental guidance recommended for persons under 15 years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(18+)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to mature adults 18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7492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883" y="4110858"/>
            <a:ext cx="6631945" cy="21813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B15E7E-5515-4B22-9179-CFDB419F4581}"/>
                  </a:ext>
                </a:extLst>
              </p14:cNvPr>
              <p14:cNvContentPartPr/>
              <p14:nvPr/>
            </p14:nvContentPartPr>
            <p14:xfrm>
              <a:off x="2589480" y="4964760"/>
              <a:ext cx="1670400" cy="36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B15E7E-5515-4B22-9179-CFDB419F45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73640" y="4901400"/>
                <a:ext cx="1701720" cy="1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270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more than one table exists in a Database, we should open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Relationships Manager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add the tables to the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 window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9" y="3152460"/>
            <a:ext cx="6810434" cy="34610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589" y="1545397"/>
            <a:ext cx="6384591" cy="1751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7025F1-23BD-48E7-B850-90507FE55D66}"/>
                  </a:ext>
                </a:extLst>
              </p14:cNvPr>
              <p14:cNvContentPartPr/>
              <p14:nvPr/>
            </p14:nvContentPartPr>
            <p14:xfrm>
              <a:off x="1759320" y="4161240"/>
              <a:ext cx="1116360" cy="9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7025F1-23BD-48E7-B850-90507FE55D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3480" y="4097880"/>
                <a:ext cx="11476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F271A8-B608-4660-A20A-4B531473EFEC}"/>
                  </a:ext>
                </a:extLst>
              </p14:cNvPr>
              <p14:cNvContentPartPr/>
              <p14:nvPr/>
            </p14:nvContentPartPr>
            <p14:xfrm>
              <a:off x="5554440" y="5179320"/>
              <a:ext cx="866520" cy="89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F271A8-B608-4660-A20A-4B531473EF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38600" y="5115960"/>
                <a:ext cx="8978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94E14B-9A95-472D-AFEC-BCD241ADB1F8}"/>
                  </a:ext>
                </a:extLst>
              </p14:cNvPr>
              <p14:cNvContentPartPr/>
              <p14:nvPr/>
            </p14:nvContentPartPr>
            <p14:xfrm>
              <a:off x="3527280" y="4250520"/>
              <a:ext cx="1437840" cy="875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94E14B-9A95-472D-AFEC-BCD241ADB1F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11440" y="4187160"/>
                <a:ext cx="1469160" cy="10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04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a connection between Movie and Rating.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Drag the field RATINGCODE in the movie table and drop it over RATINGCODE in the Rating table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906414" y="1563026"/>
            <a:ext cx="7881107" cy="4902013"/>
            <a:chOff x="1571905" y="1390174"/>
            <a:chExt cx="7881107" cy="4902013"/>
          </a:xfrm>
        </p:grpSpPr>
        <p:grpSp>
          <p:nvGrpSpPr>
            <p:cNvPr id="11" name="Group 10"/>
            <p:cNvGrpSpPr/>
            <p:nvPr/>
          </p:nvGrpSpPr>
          <p:grpSpPr>
            <a:xfrm>
              <a:off x="1571905" y="1390174"/>
              <a:ext cx="7881107" cy="4902013"/>
              <a:chOff x="3104870" y="2211481"/>
              <a:chExt cx="4009465" cy="249386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7360" y="2211481"/>
                <a:ext cx="2466975" cy="2381250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4870" y="2238375"/>
                <a:ext cx="2486025" cy="2466975"/>
              </a:xfrm>
              <a:prstGeom prst="rect">
                <a:avLst/>
              </a:prstGeom>
            </p:spPr>
          </p:pic>
        </p:grpSp>
        <p:cxnSp>
          <p:nvCxnSpPr>
            <p:cNvPr id="16" name="Straight Connector 15"/>
            <p:cNvCxnSpPr/>
            <p:nvPr/>
          </p:nvCxnSpPr>
          <p:spPr>
            <a:xfrm flipH="1">
              <a:off x="6266329" y="4249273"/>
              <a:ext cx="762108" cy="13445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 flipV="1">
              <a:off x="5916706" y="3644153"/>
              <a:ext cx="349623" cy="605120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4760259" y="2904565"/>
              <a:ext cx="632012" cy="1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 flipV="1">
              <a:off x="5486400" y="2904565"/>
              <a:ext cx="412948" cy="739588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985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creates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to 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relationship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movie.ratingcode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field is referred to as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Foreign Key.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Foreign Key value in the Movie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 references a Primary Key value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the Rating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912" y="1594254"/>
            <a:ext cx="5137288" cy="36694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28" y="4083193"/>
            <a:ext cx="5406278" cy="27031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ECD4B9-DFAB-4235-A447-B51EE2483057}"/>
                  </a:ext>
                </a:extLst>
              </p14:cNvPr>
              <p14:cNvContentPartPr/>
              <p14:nvPr/>
            </p14:nvContentPartPr>
            <p14:xfrm>
              <a:off x="2982600" y="4473720"/>
              <a:ext cx="7164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ECD4B9-DFAB-4235-A447-B51EE24830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6760" y="4410360"/>
                <a:ext cx="1029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901FD5-287B-463E-B224-DD0E5AC84836}"/>
                  </a:ext>
                </a:extLst>
              </p14:cNvPr>
              <p14:cNvContentPartPr/>
              <p14:nvPr/>
            </p14:nvContentPartPr>
            <p14:xfrm>
              <a:off x="3982680" y="5447160"/>
              <a:ext cx="268200" cy="3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901FD5-287B-463E-B224-DD0E5AC848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66840" y="5383800"/>
                <a:ext cx="2995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DD42D4-BCF0-4302-9F43-19E1C32FCD9C}"/>
                  </a:ext>
                </a:extLst>
              </p14:cNvPr>
              <p14:cNvContentPartPr/>
              <p14:nvPr/>
            </p14:nvContentPartPr>
            <p14:xfrm>
              <a:off x="1089360" y="4554000"/>
              <a:ext cx="1134360" cy="27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DD42D4-BCF0-4302-9F43-19E1C32FCD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3520" y="4490640"/>
                <a:ext cx="11656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C45D344-45AF-4E2A-A2FF-2262486B6004}"/>
                  </a:ext>
                </a:extLst>
              </p14:cNvPr>
              <p14:cNvContentPartPr/>
              <p14:nvPr/>
            </p14:nvContentPartPr>
            <p14:xfrm>
              <a:off x="4670280" y="5536440"/>
              <a:ext cx="1027080" cy="98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C45D344-45AF-4E2A-A2FF-2262486B60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54440" y="5473080"/>
                <a:ext cx="1058400" cy="22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0742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541" y="832728"/>
            <a:ext cx="1108485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Foreign Key value in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movie table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references a Primary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value in the Rating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Group 324"/>
          <p:cNvGraphicFramePr>
            <a:graphicFrameLocks noGrp="1"/>
          </p:cNvGraphicFramePr>
          <p:nvPr/>
        </p:nvGraphicFramePr>
        <p:xfrm>
          <a:off x="3676444" y="1069509"/>
          <a:ext cx="8210756" cy="228600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movieNo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title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relyear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runtime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Foreign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Hunger Games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142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41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122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324"/>
          <p:cNvGraphicFramePr>
            <a:graphicFrameLocks noGrp="1"/>
          </p:cNvGraphicFramePr>
          <p:nvPr/>
        </p:nvGraphicFramePr>
        <p:xfrm>
          <a:off x="1141656" y="4071005"/>
          <a:ext cx="10745544" cy="2677480"/>
        </p:xfrm>
        <a:graphic>
          <a:graphicData uri="http://schemas.openxmlformats.org/drawingml/2006/table">
            <a:tbl>
              <a:tblPr/>
              <a:tblGrid>
                <a:gridCol w="1493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9376">
                  <a:extLst>
                    <a:ext uri="{9D8B030D-6E8A-4147-A177-3AD203B41FA5}">
                      <a16:colId xmlns:a16="http://schemas.microsoft.com/office/drawing/2014/main" val="1083243938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3547811919"/>
                    </a:ext>
                  </a:extLst>
                </a:gridCol>
              </a:tblGrid>
              <a:tr h="3934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Primary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 err="1">
                          <a:solidFill>
                            <a:schemeClr val="tx2"/>
                          </a:solidFill>
                          <a:latin typeface="+mn-lt"/>
                        </a:rPr>
                        <a:t>RatingName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+mn-lt"/>
                        </a:rPr>
                        <a:t>Description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General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Suitable for all 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Parental Guidance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Recommended for mature audiences 15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Mature (15+)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Persons under 15 years must be accompanied by a mature adult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Mature Accompanied (15+)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Parental guidance recommended for persons under 15 years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(18+)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to mature adults 18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7492"/>
                  </a:ext>
                </a:extLst>
              </a:tr>
            </a:tbl>
          </a:graphicData>
        </a:graphic>
      </p:graphicFrame>
      <p:sp>
        <p:nvSpPr>
          <p:cNvPr id="10" name="Freeform 9"/>
          <p:cNvSpPr/>
          <p:nvPr/>
        </p:nvSpPr>
        <p:spPr>
          <a:xfrm>
            <a:off x="242047" y="1852554"/>
            <a:ext cx="11452096" cy="3530862"/>
          </a:xfrm>
          <a:custGeom>
            <a:avLst/>
            <a:gdLst>
              <a:gd name="connsiteX0" fmla="*/ 10578960 w 11502009"/>
              <a:gd name="connsiteY0" fmla="*/ 30034 h 3530862"/>
              <a:gd name="connsiteX1" fmla="*/ 10982372 w 11502009"/>
              <a:gd name="connsiteY1" fmla="*/ 43481 h 3530862"/>
              <a:gd name="connsiteX2" fmla="*/ 11426125 w 11502009"/>
              <a:gd name="connsiteY2" fmla="*/ 446893 h 3530862"/>
              <a:gd name="connsiteX3" fmla="*/ 11453019 w 11502009"/>
              <a:gd name="connsiteY3" fmla="*/ 1078905 h 3530862"/>
              <a:gd name="connsiteX4" fmla="*/ 10928584 w 11502009"/>
              <a:gd name="connsiteY4" fmla="*/ 1657128 h 3530862"/>
              <a:gd name="connsiteX5" fmla="*/ 8548454 w 11502009"/>
              <a:gd name="connsiteY5" fmla="*/ 1872281 h 3530862"/>
              <a:gd name="connsiteX6" fmla="*/ 6168325 w 11502009"/>
              <a:gd name="connsiteY6" fmla="*/ 1764705 h 3530862"/>
              <a:gd name="connsiteX7" fmla="*/ 4581572 w 11502009"/>
              <a:gd name="connsiteY7" fmla="*/ 1616787 h 3530862"/>
              <a:gd name="connsiteX8" fmla="*/ 3344442 w 11502009"/>
              <a:gd name="connsiteY8" fmla="*/ 1522658 h 3530862"/>
              <a:gd name="connsiteX9" fmla="*/ 2295572 w 11502009"/>
              <a:gd name="connsiteY9" fmla="*/ 1146140 h 3530862"/>
              <a:gd name="connsiteX10" fmla="*/ 1219807 w 11502009"/>
              <a:gd name="connsiteY10" fmla="*/ 1119246 h 3530862"/>
              <a:gd name="connsiteX11" fmla="*/ 466772 w 11502009"/>
              <a:gd name="connsiteY11" fmla="*/ 1374740 h 3530862"/>
              <a:gd name="connsiteX12" fmla="*/ 63360 w 11502009"/>
              <a:gd name="connsiteY12" fmla="*/ 1966411 h 3530862"/>
              <a:gd name="connsiteX13" fmla="*/ 36466 w 11502009"/>
              <a:gd name="connsiteY13" fmla="*/ 3028728 h 3530862"/>
              <a:gd name="connsiteX14" fmla="*/ 412984 w 11502009"/>
              <a:gd name="connsiteY14" fmla="*/ 3472481 h 3530862"/>
              <a:gd name="connsiteX15" fmla="*/ 977760 w 11502009"/>
              <a:gd name="connsiteY15" fmla="*/ 3512822 h 353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02009" h="3530862">
                <a:moveTo>
                  <a:pt x="10578960" y="30034"/>
                </a:moveTo>
                <a:cubicBezTo>
                  <a:pt x="10710069" y="2019"/>
                  <a:pt x="10841178" y="-25995"/>
                  <a:pt x="10982372" y="43481"/>
                </a:cubicBezTo>
                <a:cubicBezTo>
                  <a:pt x="11123566" y="112957"/>
                  <a:pt x="11347684" y="274322"/>
                  <a:pt x="11426125" y="446893"/>
                </a:cubicBezTo>
                <a:cubicBezTo>
                  <a:pt x="11504566" y="619464"/>
                  <a:pt x="11535942" y="877199"/>
                  <a:pt x="11453019" y="1078905"/>
                </a:cubicBezTo>
                <a:cubicBezTo>
                  <a:pt x="11370096" y="1280611"/>
                  <a:pt x="11412678" y="1524899"/>
                  <a:pt x="10928584" y="1657128"/>
                </a:cubicBezTo>
                <a:cubicBezTo>
                  <a:pt x="10444490" y="1789357"/>
                  <a:pt x="9341830" y="1854352"/>
                  <a:pt x="8548454" y="1872281"/>
                </a:cubicBezTo>
                <a:cubicBezTo>
                  <a:pt x="7755078" y="1890210"/>
                  <a:pt x="6829472" y="1807287"/>
                  <a:pt x="6168325" y="1764705"/>
                </a:cubicBezTo>
                <a:cubicBezTo>
                  <a:pt x="5507178" y="1722123"/>
                  <a:pt x="4581572" y="1616787"/>
                  <a:pt x="4581572" y="1616787"/>
                </a:cubicBezTo>
                <a:cubicBezTo>
                  <a:pt x="4110925" y="1576446"/>
                  <a:pt x="3725442" y="1601099"/>
                  <a:pt x="3344442" y="1522658"/>
                </a:cubicBezTo>
                <a:cubicBezTo>
                  <a:pt x="2963442" y="1444217"/>
                  <a:pt x="2649678" y="1213375"/>
                  <a:pt x="2295572" y="1146140"/>
                </a:cubicBezTo>
                <a:cubicBezTo>
                  <a:pt x="1941466" y="1078905"/>
                  <a:pt x="1524607" y="1081146"/>
                  <a:pt x="1219807" y="1119246"/>
                </a:cubicBezTo>
                <a:cubicBezTo>
                  <a:pt x="915007" y="1157346"/>
                  <a:pt x="659513" y="1233546"/>
                  <a:pt x="466772" y="1374740"/>
                </a:cubicBezTo>
                <a:cubicBezTo>
                  <a:pt x="274031" y="1515934"/>
                  <a:pt x="135078" y="1690747"/>
                  <a:pt x="63360" y="1966411"/>
                </a:cubicBezTo>
                <a:cubicBezTo>
                  <a:pt x="-8358" y="2242075"/>
                  <a:pt x="-21805" y="2777716"/>
                  <a:pt x="36466" y="3028728"/>
                </a:cubicBezTo>
                <a:cubicBezTo>
                  <a:pt x="94737" y="3279740"/>
                  <a:pt x="256102" y="3391799"/>
                  <a:pt x="412984" y="3472481"/>
                </a:cubicBezTo>
                <a:cubicBezTo>
                  <a:pt x="569866" y="3553163"/>
                  <a:pt x="773813" y="3532992"/>
                  <a:pt x="977760" y="351282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6BE433-B7A3-4DA0-A63A-FA8894DAC46F}"/>
                  </a:ext>
                </a:extLst>
              </p14:cNvPr>
              <p14:cNvContentPartPr/>
              <p14:nvPr/>
            </p14:nvContentPartPr>
            <p14:xfrm>
              <a:off x="10099440" y="1910880"/>
              <a:ext cx="482760" cy="10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6BE433-B7A3-4DA0-A63A-FA8894DAC4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3600" y="1847520"/>
                <a:ext cx="5140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589063-CB21-4907-A58E-6B77E22E4D5F}"/>
                  </a:ext>
                </a:extLst>
              </p14:cNvPr>
              <p14:cNvContentPartPr/>
              <p14:nvPr/>
            </p14:nvContentPartPr>
            <p14:xfrm>
              <a:off x="1250280" y="5393520"/>
              <a:ext cx="580680" cy="18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589063-CB21-4907-A58E-6B77E22E4D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4440" y="5330160"/>
                <a:ext cx="6120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3CD10E-1106-4A7C-A44F-0A931ED62475}"/>
                  </a:ext>
                </a:extLst>
              </p14:cNvPr>
              <p14:cNvContentPartPr/>
              <p14:nvPr/>
            </p14:nvContentPartPr>
            <p14:xfrm>
              <a:off x="10188720" y="1625040"/>
              <a:ext cx="1072080" cy="36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3CD10E-1106-4A7C-A44F-0A931ED624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72880" y="1561680"/>
                <a:ext cx="11034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8AA8512-2F9E-429F-8ED7-452F85EF032D}"/>
                  </a:ext>
                </a:extLst>
              </p14:cNvPr>
              <p14:cNvContentPartPr/>
              <p14:nvPr/>
            </p14:nvContentPartPr>
            <p14:xfrm>
              <a:off x="1258920" y="4581000"/>
              <a:ext cx="108108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8AA8512-2F9E-429F-8ED7-452F85EF032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43080" y="4517640"/>
                <a:ext cx="111240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42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a Many to One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FKs refer to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PK.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Group 324"/>
          <p:cNvGraphicFramePr>
            <a:graphicFrameLocks noGrp="1"/>
          </p:cNvGraphicFramePr>
          <p:nvPr/>
        </p:nvGraphicFramePr>
        <p:xfrm>
          <a:off x="3676444" y="1069509"/>
          <a:ext cx="8210756" cy="228600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movieNo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title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relyear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runtime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Foreign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Hunger Games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142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41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122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324"/>
          <p:cNvGraphicFramePr>
            <a:graphicFrameLocks noGrp="1"/>
          </p:cNvGraphicFramePr>
          <p:nvPr/>
        </p:nvGraphicFramePr>
        <p:xfrm>
          <a:off x="1141656" y="4071005"/>
          <a:ext cx="10745544" cy="2677480"/>
        </p:xfrm>
        <a:graphic>
          <a:graphicData uri="http://schemas.openxmlformats.org/drawingml/2006/table">
            <a:tbl>
              <a:tblPr/>
              <a:tblGrid>
                <a:gridCol w="1493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9376">
                  <a:extLst>
                    <a:ext uri="{9D8B030D-6E8A-4147-A177-3AD203B41FA5}">
                      <a16:colId xmlns:a16="http://schemas.microsoft.com/office/drawing/2014/main" val="1083243938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3547811919"/>
                    </a:ext>
                  </a:extLst>
                </a:gridCol>
              </a:tblGrid>
              <a:tr h="3934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Primary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 err="1">
                          <a:solidFill>
                            <a:schemeClr val="tx2"/>
                          </a:solidFill>
                          <a:latin typeface="+mn-lt"/>
                        </a:rPr>
                        <a:t>RatingName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+mn-lt"/>
                        </a:rPr>
                        <a:t>Description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General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Suitable for all 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Parental Guidance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Recommended for mature audiences 15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Mature (15+)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Persons under 15 years must be accompanied by a mature adult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Mature Accompanied (15+)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Parental guidance recommended for persons under 15 years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(18+)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to mature adults 18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7492"/>
                  </a:ext>
                </a:extLst>
              </a:tr>
            </a:tbl>
          </a:graphicData>
        </a:graphic>
      </p:graphicFrame>
      <p:sp>
        <p:nvSpPr>
          <p:cNvPr id="10" name="Freeform 9"/>
          <p:cNvSpPr/>
          <p:nvPr/>
        </p:nvSpPr>
        <p:spPr>
          <a:xfrm>
            <a:off x="234395" y="1826859"/>
            <a:ext cx="11452096" cy="3530862"/>
          </a:xfrm>
          <a:custGeom>
            <a:avLst/>
            <a:gdLst>
              <a:gd name="connsiteX0" fmla="*/ 10578960 w 11502009"/>
              <a:gd name="connsiteY0" fmla="*/ 30034 h 3530862"/>
              <a:gd name="connsiteX1" fmla="*/ 10982372 w 11502009"/>
              <a:gd name="connsiteY1" fmla="*/ 43481 h 3530862"/>
              <a:gd name="connsiteX2" fmla="*/ 11426125 w 11502009"/>
              <a:gd name="connsiteY2" fmla="*/ 446893 h 3530862"/>
              <a:gd name="connsiteX3" fmla="*/ 11453019 w 11502009"/>
              <a:gd name="connsiteY3" fmla="*/ 1078905 h 3530862"/>
              <a:gd name="connsiteX4" fmla="*/ 10928584 w 11502009"/>
              <a:gd name="connsiteY4" fmla="*/ 1657128 h 3530862"/>
              <a:gd name="connsiteX5" fmla="*/ 8548454 w 11502009"/>
              <a:gd name="connsiteY5" fmla="*/ 1872281 h 3530862"/>
              <a:gd name="connsiteX6" fmla="*/ 6168325 w 11502009"/>
              <a:gd name="connsiteY6" fmla="*/ 1764705 h 3530862"/>
              <a:gd name="connsiteX7" fmla="*/ 4581572 w 11502009"/>
              <a:gd name="connsiteY7" fmla="*/ 1616787 h 3530862"/>
              <a:gd name="connsiteX8" fmla="*/ 3344442 w 11502009"/>
              <a:gd name="connsiteY8" fmla="*/ 1522658 h 3530862"/>
              <a:gd name="connsiteX9" fmla="*/ 2295572 w 11502009"/>
              <a:gd name="connsiteY9" fmla="*/ 1146140 h 3530862"/>
              <a:gd name="connsiteX10" fmla="*/ 1219807 w 11502009"/>
              <a:gd name="connsiteY10" fmla="*/ 1119246 h 3530862"/>
              <a:gd name="connsiteX11" fmla="*/ 466772 w 11502009"/>
              <a:gd name="connsiteY11" fmla="*/ 1374740 h 3530862"/>
              <a:gd name="connsiteX12" fmla="*/ 63360 w 11502009"/>
              <a:gd name="connsiteY12" fmla="*/ 1966411 h 3530862"/>
              <a:gd name="connsiteX13" fmla="*/ 36466 w 11502009"/>
              <a:gd name="connsiteY13" fmla="*/ 3028728 h 3530862"/>
              <a:gd name="connsiteX14" fmla="*/ 412984 w 11502009"/>
              <a:gd name="connsiteY14" fmla="*/ 3472481 h 3530862"/>
              <a:gd name="connsiteX15" fmla="*/ 977760 w 11502009"/>
              <a:gd name="connsiteY15" fmla="*/ 3512822 h 353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02009" h="3530862">
                <a:moveTo>
                  <a:pt x="10578960" y="30034"/>
                </a:moveTo>
                <a:cubicBezTo>
                  <a:pt x="10710069" y="2019"/>
                  <a:pt x="10841178" y="-25995"/>
                  <a:pt x="10982372" y="43481"/>
                </a:cubicBezTo>
                <a:cubicBezTo>
                  <a:pt x="11123566" y="112957"/>
                  <a:pt x="11347684" y="274322"/>
                  <a:pt x="11426125" y="446893"/>
                </a:cubicBezTo>
                <a:cubicBezTo>
                  <a:pt x="11504566" y="619464"/>
                  <a:pt x="11535942" y="877199"/>
                  <a:pt x="11453019" y="1078905"/>
                </a:cubicBezTo>
                <a:cubicBezTo>
                  <a:pt x="11370096" y="1280611"/>
                  <a:pt x="11412678" y="1524899"/>
                  <a:pt x="10928584" y="1657128"/>
                </a:cubicBezTo>
                <a:cubicBezTo>
                  <a:pt x="10444490" y="1789357"/>
                  <a:pt x="9341830" y="1854352"/>
                  <a:pt x="8548454" y="1872281"/>
                </a:cubicBezTo>
                <a:cubicBezTo>
                  <a:pt x="7755078" y="1890210"/>
                  <a:pt x="6829472" y="1807287"/>
                  <a:pt x="6168325" y="1764705"/>
                </a:cubicBezTo>
                <a:cubicBezTo>
                  <a:pt x="5507178" y="1722123"/>
                  <a:pt x="4581572" y="1616787"/>
                  <a:pt x="4581572" y="1616787"/>
                </a:cubicBezTo>
                <a:cubicBezTo>
                  <a:pt x="4110925" y="1576446"/>
                  <a:pt x="3725442" y="1601099"/>
                  <a:pt x="3344442" y="1522658"/>
                </a:cubicBezTo>
                <a:cubicBezTo>
                  <a:pt x="2963442" y="1444217"/>
                  <a:pt x="2649678" y="1213375"/>
                  <a:pt x="2295572" y="1146140"/>
                </a:cubicBezTo>
                <a:cubicBezTo>
                  <a:pt x="1941466" y="1078905"/>
                  <a:pt x="1524607" y="1081146"/>
                  <a:pt x="1219807" y="1119246"/>
                </a:cubicBezTo>
                <a:cubicBezTo>
                  <a:pt x="915007" y="1157346"/>
                  <a:pt x="659513" y="1233546"/>
                  <a:pt x="466772" y="1374740"/>
                </a:cubicBezTo>
                <a:cubicBezTo>
                  <a:pt x="274031" y="1515934"/>
                  <a:pt x="135078" y="1690747"/>
                  <a:pt x="63360" y="1966411"/>
                </a:cubicBezTo>
                <a:cubicBezTo>
                  <a:pt x="-8358" y="2242075"/>
                  <a:pt x="-21805" y="2777716"/>
                  <a:pt x="36466" y="3028728"/>
                </a:cubicBezTo>
                <a:cubicBezTo>
                  <a:pt x="94737" y="3279740"/>
                  <a:pt x="256102" y="3391799"/>
                  <a:pt x="412984" y="3472481"/>
                </a:cubicBezTo>
                <a:cubicBezTo>
                  <a:pt x="569866" y="3553163"/>
                  <a:pt x="773813" y="3532992"/>
                  <a:pt x="977760" y="351282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0650071" y="3106271"/>
            <a:ext cx="695813" cy="336176"/>
          </a:xfrm>
          <a:custGeom>
            <a:avLst/>
            <a:gdLst>
              <a:gd name="connsiteX0" fmla="*/ 0 w 695813"/>
              <a:gd name="connsiteY0" fmla="*/ 0 h 336176"/>
              <a:gd name="connsiteX1" fmla="*/ 403411 w 695813"/>
              <a:gd name="connsiteY1" fmla="*/ 26894 h 336176"/>
              <a:gd name="connsiteX2" fmla="*/ 685800 w 695813"/>
              <a:gd name="connsiteY2" fmla="*/ 107576 h 336176"/>
              <a:gd name="connsiteX3" fmla="*/ 605117 w 695813"/>
              <a:gd name="connsiteY3" fmla="*/ 336176 h 336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813" h="336176">
                <a:moveTo>
                  <a:pt x="0" y="0"/>
                </a:moveTo>
                <a:cubicBezTo>
                  <a:pt x="144555" y="4482"/>
                  <a:pt x="289111" y="8965"/>
                  <a:pt x="403411" y="26894"/>
                </a:cubicBezTo>
                <a:cubicBezTo>
                  <a:pt x="517711" y="44823"/>
                  <a:pt x="652182" y="56029"/>
                  <a:pt x="685800" y="107576"/>
                </a:cubicBezTo>
                <a:cubicBezTo>
                  <a:pt x="719418" y="159123"/>
                  <a:pt x="662267" y="247649"/>
                  <a:pt x="605117" y="336176"/>
                </a:cubicBezTo>
              </a:path>
            </a:pathLst>
          </a:custGeom>
          <a:noFill/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617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 based on a two table relationship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38425"/>
            <a:ext cx="9629775" cy="2124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80" y="832728"/>
            <a:ext cx="48799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 design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using both the Movie and Rating tables.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you add the tables to the query,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shown.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query has data from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tables. The query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every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FK 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Movie table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a PK 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Rating table.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919" y="796631"/>
            <a:ext cx="6181725" cy="3800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B02444-EBD7-4E72-80AF-B2F23933B16F}"/>
                  </a:ext>
                </a:extLst>
              </p14:cNvPr>
              <p14:cNvContentPartPr/>
              <p14:nvPr/>
            </p14:nvContentPartPr>
            <p14:xfrm>
              <a:off x="8259840" y="1973520"/>
              <a:ext cx="161280" cy="7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B02444-EBD7-4E72-80AF-B2F23933B1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4000" y="1910160"/>
                <a:ext cx="19260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510882-1DFF-4142-9744-FB3701B68F9E}"/>
                  </a:ext>
                </a:extLst>
              </p14:cNvPr>
              <p14:cNvContentPartPr/>
              <p14:nvPr/>
            </p14:nvContentPartPr>
            <p14:xfrm>
              <a:off x="7840440" y="2277000"/>
              <a:ext cx="2682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510882-1DFF-4142-9744-FB3701B68F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24600" y="2213640"/>
                <a:ext cx="299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734DEA-4EC1-47FB-B4A9-3D9F4983A0A7}"/>
                  </a:ext>
                </a:extLst>
              </p14:cNvPr>
              <p14:cNvContentPartPr/>
              <p14:nvPr/>
            </p14:nvContentPartPr>
            <p14:xfrm>
              <a:off x="7161480" y="4402440"/>
              <a:ext cx="15228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734DEA-4EC1-47FB-B4A9-3D9F4983A0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45640" y="4339080"/>
                <a:ext cx="183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2B9032-87E6-41D2-96E3-E031B3E13620}"/>
                  </a:ext>
                </a:extLst>
              </p14:cNvPr>
              <p14:cNvContentPartPr/>
              <p14:nvPr/>
            </p14:nvContentPartPr>
            <p14:xfrm>
              <a:off x="8456400" y="4384440"/>
              <a:ext cx="54000" cy="9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2B9032-87E6-41D2-96E3-E031B3E136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40560" y="4321080"/>
                <a:ext cx="853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4F593F-A5F5-4CF0-A027-C592580AA355}"/>
                  </a:ext>
                </a:extLst>
              </p14:cNvPr>
              <p14:cNvContentPartPr/>
              <p14:nvPr/>
            </p14:nvContentPartPr>
            <p14:xfrm>
              <a:off x="9635040" y="437544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4F593F-A5F5-4CF0-A027-C592580AA35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19200" y="43120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3D8C234-40D9-43FC-889D-817E6F04B8FD}"/>
                  </a:ext>
                </a:extLst>
              </p14:cNvPr>
              <p14:cNvContentPartPr/>
              <p14:nvPr/>
            </p14:nvContentPartPr>
            <p14:xfrm>
              <a:off x="10402920" y="439344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3D8C234-40D9-43FC-889D-817E6F04B8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87080" y="43300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F05070B-AB5D-4699-9E16-3F7D013F73CA}"/>
                  </a:ext>
                </a:extLst>
              </p14:cNvPr>
              <p14:cNvContentPartPr/>
              <p14:nvPr/>
            </p14:nvContentPartPr>
            <p14:xfrm>
              <a:off x="11519280" y="433080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F05070B-AB5D-4699-9E16-3F7D013F73C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03440" y="426744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0134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Referential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option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Enforce Referential Integrity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the RDBMS performs to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only allow values in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movie.ratingcode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field that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 existing value in the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Entering 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movie.ratingcode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value of 'X'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would cause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referential integrity error.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01" y="4335836"/>
            <a:ext cx="7462841" cy="25221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70" y="857525"/>
            <a:ext cx="5017098" cy="3634006"/>
          </a:xfrm>
          <a:prstGeom prst="rect">
            <a:avLst/>
          </a:prstGeom>
        </p:spPr>
      </p:pic>
      <p:cxnSp>
        <p:nvCxnSpPr>
          <p:cNvPr id="7" name="Straight Arrow Connector 6"/>
          <p:cNvCxnSpPr>
            <a:stCxn id="6" idx="10"/>
          </p:cNvCxnSpPr>
          <p:nvPr/>
        </p:nvCxnSpPr>
        <p:spPr>
          <a:xfrm flipH="1">
            <a:off x="5916706" y="3023332"/>
            <a:ext cx="1203343" cy="1898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7037647" y="2525791"/>
            <a:ext cx="2463372" cy="712694"/>
          </a:xfrm>
          <a:custGeom>
            <a:avLst/>
            <a:gdLst>
              <a:gd name="connsiteX0" fmla="*/ 1185061 w 2463372"/>
              <a:gd name="connsiteY0" fmla="*/ 134470 h 712694"/>
              <a:gd name="connsiteX1" fmla="*/ 848884 w 2463372"/>
              <a:gd name="connsiteY1" fmla="*/ 147917 h 712694"/>
              <a:gd name="connsiteX2" fmla="*/ 687519 w 2463372"/>
              <a:gd name="connsiteY2" fmla="*/ 134470 h 712694"/>
              <a:gd name="connsiteX3" fmla="*/ 337896 w 2463372"/>
              <a:gd name="connsiteY3" fmla="*/ 147917 h 712694"/>
              <a:gd name="connsiteX4" fmla="*/ 216872 w 2463372"/>
              <a:gd name="connsiteY4" fmla="*/ 174812 h 712694"/>
              <a:gd name="connsiteX5" fmla="*/ 163084 w 2463372"/>
              <a:gd name="connsiteY5" fmla="*/ 188259 h 712694"/>
              <a:gd name="connsiteX6" fmla="*/ 82402 w 2463372"/>
              <a:gd name="connsiteY6" fmla="*/ 228600 h 712694"/>
              <a:gd name="connsiteX7" fmla="*/ 15166 w 2463372"/>
              <a:gd name="connsiteY7" fmla="*/ 282388 h 712694"/>
              <a:gd name="connsiteX8" fmla="*/ 15166 w 2463372"/>
              <a:gd name="connsiteY8" fmla="*/ 389964 h 712694"/>
              <a:gd name="connsiteX9" fmla="*/ 42061 w 2463372"/>
              <a:gd name="connsiteY9" fmla="*/ 416859 h 712694"/>
              <a:gd name="connsiteX10" fmla="*/ 82402 w 2463372"/>
              <a:gd name="connsiteY10" fmla="*/ 497541 h 712694"/>
              <a:gd name="connsiteX11" fmla="*/ 95849 w 2463372"/>
              <a:gd name="connsiteY11" fmla="*/ 537882 h 712694"/>
              <a:gd name="connsiteX12" fmla="*/ 136190 w 2463372"/>
              <a:gd name="connsiteY12" fmla="*/ 551329 h 712694"/>
              <a:gd name="connsiteX13" fmla="*/ 203425 w 2463372"/>
              <a:gd name="connsiteY13" fmla="*/ 605117 h 712694"/>
              <a:gd name="connsiteX14" fmla="*/ 230319 w 2463372"/>
              <a:gd name="connsiteY14" fmla="*/ 632012 h 712694"/>
              <a:gd name="connsiteX15" fmla="*/ 270661 w 2463372"/>
              <a:gd name="connsiteY15" fmla="*/ 645459 h 712694"/>
              <a:gd name="connsiteX16" fmla="*/ 324449 w 2463372"/>
              <a:gd name="connsiteY16" fmla="*/ 672353 h 712694"/>
              <a:gd name="connsiteX17" fmla="*/ 405131 w 2463372"/>
              <a:gd name="connsiteY17" fmla="*/ 699247 h 712694"/>
              <a:gd name="connsiteX18" fmla="*/ 458919 w 2463372"/>
              <a:gd name="connsiteY18" fmla="*/ 685800 h 712694"/>
              <a:gd name="connsiteX19" fmla="*/ 1373319 w 2463372"/>
              <a:gd name="connsiteY19" fmla="*/ 712694 h 712694"/>
              <a:gd name="connsiteX20" fmla="*/ 1696049 w 2463372"/>
              <a:gd name="connsiteY20" fmla="*/ 699247 h 712694"/>
              <a:gd name="connsiteX21" fmla="*/ 1897755 w 2463372"/>
              <a:gd name="connsiteY21" fmla="*/ 685800 h 712694"/>
              <a:gd name="connsiteX22" fmla="*/ 2153249 w 2463372"/>
              <a:gd name="connsiteY22" fmla="*/ 672353 h 712694"/>
              <a:gd name="connsiteX23" fmla="*/ 2220484 w 2463372"/>
              <a:gd name="connsiteY23" fmla="*/ 658906 h 712694"/>
              <a:gd name="connsiteX24" fmla="*/ 2435637 w 2463372"/>
              <a:gd name="connsiteY24" fmla="*/ 618564 h 712694"/>
              <a:gd name="connsiteX25" fmla="*/ 2462531 w 2463372"/>
              <a:gd name="connsiteY25" fmla="*/ 537882 h 712694"/>
              <a:gd name="connsiteX26" fmla="*/ 2435637 w 2463372"/>
              <a:gd name="connsiteY26" fmla="*/ 430306 h 712694"/>
              <a:gd name="connsiteX27" fmla="*/ 2368402 w 2463372"/>
              <a:gd name="connsiteY27" fmla="*/ 349623 h 712694"/>
              <a:gd name="connsiteX28" fmla="*/ 2287719 w 2463372"/>
              <a:gd name="connsiteY28" fmla="*/ 295835 h 712694"/>
              <a:gd name="connsiteX29" fmla="*/ 2153249 w 2463372"/>
              <a:gd name="connsiteY29" fmla="*/ 255494 h 712694"/>
              <a:gd name="connsiteX30" fmla="*/ 2072566 w 2463372"/>
              <a:gd name="connsiteY30" fmla="*/ 215153 h 712694"/>
              <a:gd name="connsiteX31" fmla="*/ 1978437 w 2463372"/>
              <a:gd name="connsiteY31" fmla="*/ 188259 h 712694"/>
              <a:gd name="connsiteX32" fmla="*/ 1938096 w 2463372"/>
              <a:gd name="connsiteY32" fmla="*/ 161364 h 712694"/>
              <a:gd name="connsiteX33" fmla="*/ 1736390 w 2463372"/>
              <a:gd name="connsiteY33" fmla="*/ 121023 h 712694"/>
              <a:gd name="connsiteX34" fmla="*/ 1696049 w 2463372"/>
              <a:gd name="connsiteY34" fmla="*/ 107576 h 712694"/>
              <a:gd name="connsiteX35" fmla="*/ 1494343 w 2463372"/>
              <a:gd name="connsiteY35" fmla="*/ 80682 h 712694"/>
              <a:gd name="connsiteX36" fmla="*/ 1346425 w 2463372"/>
              <a:gd name="connsiteY36" fmla="*/ 53788 h 712694"/>
              <a:gd name="connsiteX37" fmla="*/ 1171614 w 2463372"/>
              <a:gd name="connsiteY37" fmla="*/ 40341 h 712694"/>
              <a:gd name="connsiteX38" fmla="*/ 1090931 w 2463372"/>
              <a:gd name="connsiteY38" fmla="*/ 26894 h 712694"/>
              <a:gd name="connsiteX39" fmla="*/ 1050590 w 2463372"/>
              <a:gd name="connsiteY39" fmla="*/ 13447 h 712694"/>
              <a:gd name="connsiteX40" fmla="*/ 943014 w 2463372"/>
              <a:gd name="connsiteY40" fmla="*/ 0 h 71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63372" h="712694">
                <a:moveTo>
                  <a:pt x="1185061" y="134470"/>
                </a:moveTo>
                <a:cubicBezTo>
                  <a:pt x="1073002" y="138952"/>
                  <a:pt x="961033" y="147917"/>
                  <a:pt x="848884" y="147917"/>
                </a:cubicBezTo>
                <a:cubicBezTo>
                  <a:pt x="794909" y="147917"/>
                  <a:pt x="741494" y="134470"/>
                  <a:pt x="687519" y="134470"/>
                </a:cubicBezTo>
                <a:cubicBezTo>
                  <a:pt x="570892" y="134470"/>
                  <a:pt x="454437" y="143435"/>
                  <a:pt x="337896" y="147917"/>
                </a:cubicBezTo>
                <a:cubicBezTo>
                  <a:pt x="206719" y="180711"/>
                  <a:pt x="370516" y="140668"/>
                  <a:pt x="216872" y="174812"/>
                </a:cubicBezTo>
                <a:cubicBezTo>
                  <a:pt x="198831" y="178821"/>
                  <a:pt x="181013" y="183777"/>
                  <a:pt x="163084" y="188259"/>
                </a:cubicBezTo>
                <a:cubicBezTo>
                  <a:pt x="47472" y="265333"/>
                  <a:pt x="193748" y="172927"/>
                  <a:pt x="82402" y="228600"/>
                </a:cubicBezTo>
                <a:cubicBezTo>
                  <a:pt x="48477" y="245563"/>
                  <a:pt x="40181" y="257374"/>
                  <a:pt x="15166" y="282388"/>
                </a:cubicBezTo>
                <a:cubicBezTo>
                  <a:pt x="-477" y="329316"/>
                  <a:pt x="-9174" y="333171"/>
                  <a:pt x="15166" y="389964"/>
                </a:cubicBezTo>
                <a:cubicBezTo>
                  <a:pt x="20160" y="401617"/>
                  <a:pt x="33096" y="407894"/>
                  <a:pt x="42061" y="416859"/>
                </a:cubicBezTo>
                <a:cubicBezTo>
                  <a:pt x="75860" y="518257"/>
                  <a:pt x="30267" y="393271"/>
                  <a:pt x="82402" y="497541"/>
                </a:cubicBezTo>
                <a:cubicBezTo>
                  <a:pt x="88741" y="510219"/>
                  <a:pt x="85826" y="527859"/>
                  <a:pt x="95849" y="537882"/>
                </a:cubicBezTo>
                <a:cubicBezTo>
                  <a:pt x="105872" y="547905"/>
                  <a:pt x="122743" y="546847"/>
                  <a:pt x="136190" y="551329"/>
                </a:cubicBezTo>
                <a:cubicBezTo>
                  <a:pt x="189756" y="631678"/>
                  <a:pt x="131255" y="561814"/>
                  <a:pt x="203425" y="605117"/>
                </a:cubicBezTo>
                <a:cubicBezTo>
                  <a:pt x="214296" y="611640"/>
                  <a:pt x="219448" y="625489"/>
                  <a:pt x="230319" y="632012"/>
                </a:cubicBezTo>
                <a:cubicBezTo>
                  <a:pt x="242474" y="639305"/>
                  <a:pt x="257632" y="639875"/>
                  <a:pt x="270661" y="645459"/>
                </a:cubicBezTo>
                <a:cubicBezTo>
                  <a:pt x="289086" y="653355"/>
                  <a:pt x="305837" y="664908"/>
                  <a:pt x="324449" y="672353"/>
                </a:cubicBezTo>
                <a:cubicBezTo>
                  <a:pt x="350770" y="682881"/>
                  <a:pt x="405131" y="699247"/>
                  <a:pt x="405131" y="699247"/>
                </a:cubicBezTo>
                <a:cubicBezTo>
                  <a:pt x="423060" y="694765"/>
                  <a:pt x="440438" y="685800"/>
                  <a:pt x="458919" y="685800"/>
                </a:cubicBezTo>
                <a:cubicBezTo>
                  <a:pt x="1236578" y="685800"/>
                  <a:pt x="1026650" y="654916"/>
                  <a:pt x="1373319" y="712694"/>
                </a:cubicBezTo>
                <a:lnTo>
                  <a:pt x="1696049" y="699247"/>
                </a:lnTo>
                <a:cubicBezTo>
                  <a:pt x="1763345" y="695796"/>
                  <a:pt x="1830487" y="689757"/>
                  <a:pt x="1897755" y="685800"/>
                </a:cubicBezTo>
                <a:lnTo>
                  <a:pt x="2153249" y="672353"/>
                </a:lnTo>
                <a:cubicBezTo>
                  <a:pt x="2175661" y="667871"/>
                  <a:pt x="2197939" y="662663"/>
                  <a:pt x="2220484" y="658906"/>
                </a:cubicBezTo>
                <a:cubicBezTo>
                  <a:pt x="2423828" y="625015"/>
                  <a:pt x="2335874" y="651821"/>
                  <a:pt x="2435637" y="618564"/>
                </a:cubicBezTo>
                <a:cubicBezTo>
                  <a:pt x="2444602" y="591670"/>
                  <a:pt x="2468091" y="565680"/>
                  <a:pt x="2462531" y="537882"/>
                </a:cubicBezTo>
                <a:cubicBezTo>
                  <a:pt x="2457416" y="512308"/>
                  <a:pt x="2449420" y="457873"/>
                  <a:pt x="2435637" y="430306"/>
                </a:cubicBezTo>
                <a:cubicBezTo>
                  <a:pt x="2421510" y="402052"/>
                  <a:pt x="2392736" y="368549"/>
                  <a:pt x="2368402" y="349623"/>
                </a:cubicBezTo>
                <a:cubicBezTo>
                  <a:pt x="2342888" y="329779"/>
                  <a:pt x="2319077" y="303674"/>
                  <a:pt x="2287719" y="295835"/>
                </a:cubicBezTo>
                <a:cubicBezTo>
                  <a:pt x="2238442" y="283516"/>
                  <a:pt x="2202357" y="275956"/>
                  <a:pt x="2153249" y="255494"/>
                </a:cubicBezTo>
                <a:cubicBezTo>
                  <a:pt x="2125493" y="243929"/>
                  <a:pt x="2100043" y="227365"/>
                  <a:pt x="2072566" y="215153"/>
                </a:cubicBezTo>
                <a:cubicBezTo>
                  <a:pt x="2047762" y="204129"/>
                  <a:pt x="2002858" y="194364"/>
                  <a:pt x="1978437" y="188259"/>
                </a:cubicBezTo>
                <a:cubicBezTo>
                  <a:pt x="1964990" y="179294"/>
                  <a:pt x="1953284" y="166887"/>
                  <a:pt x="1938096" y="161364"/>
                </a:cubicBezTo>
                <a:cubicBezTo>
                  <a:pt x="1870970" y="136954"/>
                  <a:pt x="1806057" y="130975"/>
                  <a:pt x="1736390" y="121023"/>
                </a:cubicBezTo>
                <a:cubicBezTo>
                  <a:pt x="1722943" y="116541"/>
                  <a:pt x="1709886" y="110651"/>
                  <a:pt x="1696049" y="107576"/>
                </a:cubicBezTo>
                <a:cubicBezTo>
                  <a:pt x="1620035" y="90684"/>
                  <a:pt x="1575912" y="92335"/>
                  <a:pt x="1494343" y="80682"/>
                </a:cubicBezTo>
                <a:cubicBezTo>
                  <a:pt x="1398868" y="67043"/>
                  <a:pt x="1451447" y="64843"/>
                  <a:pt x="1346425" y="53788"/>
                </a:cubicBezTo>
                <a:cubicBezTo>
                  <a:pt x="1288304" y="47670"/>
                  <a:pt x="1229884" y="44823"/>
                  <a:pt x="1171614" y="40341"/>
                </a:cubicBezTo>
                <a:cubicBezTo>
                  <a:pt x="1144720" y="35859"/>
                  <a:pt x="1117547" y="32809"/>
                  <a:pt x="1090931" y="26894"/>
                </a:cubicBezTo>
                <a:cubicBezTo>
                  <a:pt x="1077094" y="23819"/>
                  <a:pt x="1064536" y="15983"/>
                  <a:pt x="1050590" y="13447"/>
                </a:cubicBezTo>
                <a:cubicBezTo>
                  <a:pt x="1015035" y="6982"/>
                  <a:pt x="943014" y="0"/>
                  <a:pt x="943014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5237AFF-E0DD-44F7-B7A3-F1BB9D8125AE}"/>
                  </a:ext>
                </a:extLst>
              </p14:cNvPr>
              <p14:cNvContentPartPr/>
              <p14:nvPr/>
            </p14:nvContentPartPr>
            <p14:xfrm>
              <a:off x="7295400" y="2928960"/>
              <a:ext cx="277200" cy="116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5237AFF-E0DD-44F7-B7A3-F1BB9D8125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79560" y="2865600"/>
                <a:ext cx="308520" cy="2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9360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4" y="105878"/>
            <a:ext cx="11098306" cy="1058779"/>
          </a:xfrm>
        </p:spPr>
        <p:txBody>
          <a:bodyPr/>
          <a:lstStyle/>
          <a:p>
            <a:r>
              <a:rPr lang="en-AU" dirty="0"/>
              <a:t>Be aware of unrelated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965" y="814934"/>
            <a:ext cx="5432611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that you did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create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between the Movie and Rating tables.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are simply two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unrelated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you create a query, the RDBMS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does not know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these tables have in common.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no connection between the rating codes in the two tables (at least that's what the RDBMS thinks).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34961" b="27811"/>
          <a:stretch/>
        </p:blipFill>
        <p:spPr>
          <a:xfrm>
            <a:off x="6004455" y="1984828"/>
            <a:ext cx="6187545" cy="40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1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4" y="105878"/>
            <a:ext cx="11098306" cy="1058779"/>
          </a:xfrm>
        </p:spPr>
        <p:txBody>
          <a:bodyPr/>
          <a:lstStyle/>
          <a:p>
            <a:r>
              <a:rPr lang="en-AU" dirty="0"/>
              <a:t>Be aware of Cartesian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965" y="814934"/>
            <a:ext cx="11342089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run a query that uses data from both unrelated tables, then a '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cartesian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product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 is created.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row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movie table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row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ratings table.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318 movies * 5 ratings = 1590 rows!    Utterly useless.     Can be very slow to create.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2" y="3844880"/>
            <a:ext cx="11937940" cy="29927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79160"/>
          <a:stretch/>
        </p:blipFill>
        <p:spPr>
          <a:xfrm>
            <a:off x="484094" y="2444389"/>
            <a:ext cx="11321097" cy="140616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1748117" y="6189133"/>
            <a:ext cx="1143000" cy="36307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35174" y="4812260"/>
            <a:ext cx="1359555" cy="16146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535173" y="4610651"/>
            <a:ext cx="1437243" cy="18690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217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 Table /  </a:t>
            </a:r>
            <a:r>
              <a:rPr lang="en-AU" dirty="0" err="1"/>
              <a:t>ColourType</a:t>
            </a:r>
            <a:r>
              <a:rPr lang="en-AU" dirty="0"/>
              <a:t> relationship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Movie Table has a field called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Colour_Code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that we create a table named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ColourType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added to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 Manager.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have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Many to One relationships.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12" y="1990163"/>
            <a:ext cx="4463552" cy="11847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81889"/>
            <a:ext cx="5442111" cy="12013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397" y="3199547"/>
            <a:ext cx="9494124" cy="29895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DC618A-3182-43DB-AE67-7EEEAF3C3421}"/>
                  </a:ext>
                </a:extLst>
              </p14:cNvPr>
              <p14:cNvContentPartPr/>
              <p14:nvPr/>
            </p14:nvContentPartPr>
            <p14:xfrm>
              <a:off x="9036720" y="4125600"/>
              <a:ext cx="1125720" cy="9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DC618A-3182-43DB-AE67-7EEEAF3C34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20880" y="4062240"/>
                <a:ext cx="11570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74996-C7C3-4949-BDDA-4E2990BEBB7A}"/>
                  </a:ext>
                </a:extLst>
              </p14:cNvPr>
              <p14:cNvContentPartPr/>
              <p14:nvPr/>
            </p14:nvContentPartPr>
            <p14:xfrm>
              <a:off x="5500800" y="5268600"/>
              <a:ext cx="911160" cy="27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74996-C7C3-4949-BDDA-4E2990BEBB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84960" y="5205240"/>
                <a:ext cx="94248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8331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Actor data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The Movie Database requires information about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actors.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en-AU" dirty="0">
                <a:latin typeface="Calibri" pitchFamily="34" charset="0"/>
                <a:cs typeface="Calibri" pitchFamily="34" charset="0"/>
              </a:rPr>
              <a:t>The following data about actors will be stored:</a:t>
            </a: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1823891" y="2747824"/>
          <a:ext cx="4975225" cy="1981200"/>
        </p:xfrm>
        <a:graphic>
          <a:graphicData uri="http://schemas.openxmlformats.org/drawingml/2006/table">
            <a:tbl>
              <a:tblPr/>
              <a:tblGrid>
                <a:gridCol w="9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gender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72129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Jennifer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Lawrence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51329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Bradley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Cooper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Scarlett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Johansson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6968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Hugh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Jackman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449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Actor data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87655"/>
            <a:ext cx="6759388" cy="391748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So now we have data about Movies and Actors</a:t>
            </a: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The next obvious task is to nominate </a:t>
            </a:r>
            <a:br>
              <a:rPr lang="en-US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the actors who appear in each movie</a:t>
            </a: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34009" name="Group 153"/>
          <p:cNvGraphicFramePr>
            <a:graphicFrameLocks noGrp="1"/>
          </p:cNvGraphicFramePr>
          <p:nvPr/>
        </p:nvGraphicFramePr>
        <p:xfrm>
          <a:off x="6772409" y="4334577"/>
          <a:ext cx="4975225" cy="1981200"/>
        </p:xfrm>
        <a:graphic>
          <a:graphicData uri="http://schemas.openxmlformats.org/drawingml/2006/table">
            <a:tbl>
              <a:tblPr/>
              <a:tblGrid>
                <a:gridCol w="9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gender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72129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Jennifer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Lawrence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51329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Bradley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Cooper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Scarlett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Johansson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6968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Hugh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Jackman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roup 324"/>
          <p:cNvGraphicFramePr>
            <a:graphicFrameLocks noGrp="1"/>
          </p:cNvGraphicFramePr>
          <p:nvPr/>
        </p:nvGraphicFramePr>
        <p:xfrm>
          <a:off x="609600" y="1774257"/>
          <a:ext cx="8210756" cy="195072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runtime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70160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82693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18785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127585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577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ACTOR, MOVIE relations</a:t>
            </a:r>
            <a:endParaRPr lang="en-US"/>
          </a:p>
        </p:txBody>
      </p:sp>
      <p:sp>
        <p:nvSpPr>
          <p:cNvPr id="635983" name="Text Box 79"/>
          <p:cNvSpPr txBox="1">
            <a:spLocks noChangeArrowheads="1"/>
          </p:cNvSpPr>
          <p:nvPr/>
        </p:nvSpPr>
        <p:spPr bwMode="auto">
          <a:xfrm>
            <a:off x="806824" y="882650"/>
            <a:ext cx="11093823" cy="4598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Bradley Cooper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the movie titled "Silver Linings Playbook"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   I.e.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actorNo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51329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movieNo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82693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Jennifer Lawrence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the movie "Silver Linings Playbook"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   I.e.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actorNo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72129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movieNo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82693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Jennifer Lawrence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the movie "The Hunger Games"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   I.e.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actorNo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72129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movieNo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70160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We can store this information using these codes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row shown here represents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 actor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cast into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 movie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graphicFrame>
        <p:nvGraphicFramePr>
          <p:cNvPr id="636008" name="Group 104"/>
          <p:cNvGraphicFramePr>
            <a:graphicFrameLocks noGrp="1"/>
          </p:cNvGraphicFramePr>
          <p:nvPr/>
        </p:nvGraphicFramePr>
        <p:xfrm>
          <a:off x="7854763" y="4656842"/>
          <a:ext cx="2867025" cy="1828800"/>
        </p:xfrm>
        <a:graphic>
          <a:graphicData uri="http://schemas.openxmlformats.org/drawingml/2006/table">
            <a:tbl>
              <a:tblPr/>
              <a:tblGrid>
                <a:gridCol w="130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51329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82693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72129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82693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72129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70160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A9A5F1-BB22-4661-9CE7-A53BAE3DC9F9}"/>
                  </a:ext>
                </a:extLst>
              </p14:cNvPr>
              <p14:cNvContentPartPr/>
              <p14:nvPr/>
            </p14:nvContentPartPr>
            <p14:xfrm>
              <a:off x="7902720" y="4723920"/>
              <a:ext cx="2804400" cy="339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A9A5F1-BB22-4661-9CE7-A53BAE3DC9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86880" y="4660560"/>
                <a:ext cx="283572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33300C-EA84-42F8-AE5A-C5C9ECA072DB}"/>
                  </a:ext>
                </a:extLst>
              </p14:cNvPr>
              <p14:cNvContentPartPr/>
              <p14:nvPr/>
            </p14:nvContentPartPr>
            <p14:xfrm>
              <a:off x="8188560" y="5813280"/>
              <a:ext cx="759240" cy="4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33300C-EA84-42F8-AE5A-C5C9ECA072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72720" y="5749920"/>
                <a:ext cx="7905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83A8CA-1478-42AA-A39D-4FD66BE36E51}"/>
                  </a:ext>
                </a:extLst>
              </p14:cNvPr>
              <p14:cNvContentPartPr/>
              <p14:nvPr/>
            </p14:nvContentPartPr>
            <p14:xfrm>
              <a:off x="9420840" y="5804280"/>
              <a:ext cx="937800" cy="4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83A8CA-1478-42AA-A39D-4FD66BE36E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05000" y="5740920"/>
                <a:ext cx="969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375C8C-3E06-4D9E-8246-4B603906E3CC}"/>
                  </a:ext>
                </a:extLst>
              </p14:cNvPr>
              <p14:cNvContentPartPr/>
              <p14:nvPr/>
            </p14:nvContentPartPr>
            <p14:xfrm>
              <a:off x="8277840" y="6331320"/>
              <a:ext cx="607680" cy="9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375C8C-3E06-4D9E-8246-4B603906E3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2000" y="6267960"/>
                <a:ext cx="6390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6EAD403-33D9-46D6-98A8-8D0B9AA210B4}"/>
                  </a:ext>
                </a:extLst>
              </p14:cNvPr>
              <p14:cNvContentPartPr/>
              <p14:nvPr/>
            </p14:nvContentPartPr>
            <p14:xfrm>
              <a:off x="9501120" y="6179400"/>
              <a:ext cx="911160" cy="80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6EAD403-33D9-46D6-98A8-8D0B9AA210B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85280" y="6116040"/>
                <a:ext cx="942480" cy="2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5612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Casting table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We will create a table called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Casting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record in this table represents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Actor in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Movie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CastId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is simply a auto generated number to give each row a unique identity (a primary key value).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30" y="3008652"/>
            <a:ext cx="6735064" cy="1965138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659499" y="2930525"/>
            <a:ext cx="4415959" cy="3738424"/>
            <a:chOff x="6731653" y="3267658"/>
            <a:chExt cx="2914650" cy="246745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1178" y="3267658"/>
              <a:ext cx="2905125" cy="140017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1653" y="4744517"/>
              <a:ext cx="2914650" cy="9906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B92363-25B3-45F8-8C89-B14C2A3F4E99}"/>
                  </a:ext>
                </a:extLst>
              </p14:cNvPr>
              <p14:cNvContentPartPr/>
              <p14:nvPr/>
            </p14:nvContentPartPr>
            <p14:xfrm>
              <a:off x="7974360" y="3625560"/>
              <a:ext cx="4179240" cy="125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B92363-25B3-45F8-8C89-B14C2A3F4E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58520" y="3562200"/>
                <a:ext cx="421056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84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Relationship Diagram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53035" y="925386"/>
            <a:ext cx="100180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is an updated Relationship Diagram. It looks complicated.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However, it is simply a collection of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multiple Many to One relationships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relationship has a Foreign Key that references a Primary Key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1" y="2125715"/>
            <a:ext cx="11558729" cy="45527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FA77A9-610A-418F-86B5-BBC7EA33BDFD}"/>
                  </a:ext>
                </a:extLst>
              </p14:cNvPr>
              <p14:cNvContentPartPr/>
              <p14:nvPr/>
            </p14:nvContentPartPr>
            <p14:xfrm>
              <a:off x="1312560" y="3000240"/>
              <a:ext cx="911160" cy="11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FA77A9-610A-418F-86B5-BBC7EA33BD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6720" y="2936880"/>
                <a:ext cx="9424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2C323A-1DF6-4343-A4D4-A9A194C45183}"/>
                  </a:ext>
                </a:extLst>
              </p14:cNvPr>
              <p14:cNvContentPartPr/>
              <p14:nvPr/>
            </p14:nvContentPartPr>
            <p14:xfrm>
              <a:off x="1616400" y="2964600"/>
              <a:ext cx="571680" cy="9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2C323A-1DF6-4343-A4D4-A9A194C451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0560" y="2901240"/>
                <a:ext cx="6030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E29659-8D6F-4C18-A445-1096F0B38D28}"/>
                  </a:ext>
                </a:extLst>
              </p14:cNvPr>
              <p14:cNvContentPartPr/>
              <p14:nvPr/>
            </p14:nvContentPartPr>
            <p14:xfrm>
              <a:off x="1589400" y="5045400"/>
              <a:ext cx="947160" cy="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E29659-8D6F-4C18-A445-1096F0B38D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3560" y="4982040"/>
                <a:ext cx="9784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AFC823-8BE6-4A3C-BC3D-EDC01452DF39}"/>
                  </a:ext>
                </a:extLst>
              </p14:cNvPr>
              <p14:cNvContentPartPr/>
              <p14:nvPr/>
            </p14:nvContentPartPr>
            <p14:xfrm>
              <a:off x="7750800" y="3018240"/>
              <a:ext cx="321840" cy="9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AFC823-8BE6-4A3C-BC3D-EDC01452DF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4960" y="2954880"/>
                <a:ext cx="3531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D7086E-6D70-4582-BE63-E9226C434F7F}"/>
                  </a:ext>
                </a:extLst>
              </p14:cNvPr>
              <p14:cNvContentPartPr/>
              <p14:nvPr/>
            </p14:nvContentPartPr>
            <p14:xfrm>
              <a:off x="7438320" y="3036240"/>
              <a:ext cx="2149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D7086E-6D70-4582-BE63-E9226C434F7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22480" y="2972880"/>
                <a:ext cx="2462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AB36F0F-7970-489E-9BDC-27E05633DDFF}"/>
                  </a:ext>
                </a:extLst>
              </p14:cNvPr>
              <p14:cNvContentPartPr/>
              <p14:nvPr/>
            </p14:nvContentPartPr>
            <p14:xfrm>
              <a:off x="7742160" y="3277080"/>
              <a:ext cx="527040" cy="27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AB36F0F-7970-489E-9BDC-27E05633DD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26320" y="3213720"/>
                <a:ext cx="5583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E981ED3-A997-4665-82BE-8257B0E3DD56}"/>
                  </a:ext>
                </a:extLst>
              </p14:cNvPr>
              <p14:cNvContentPartPr/>
              <p14:nvPr/>
            </p14:nvContentPartPr>
            <p14:xfrm>
              <a:off x="10456560" y="2991600"/>
              <a:ext cx="678960" cy="53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E981ED3-A997-4665-82BE-8257B0E3DD5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40720" y="2928240"/>
                <a:ext cx="7102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696524-3D30-4213-A2E2-062935F7E698}"/>
                  </a:ext>
                </a:extLst>
              </p14:cNvPr>
              <p14:cNvContentPartPr/>
              <p14:nvPr/>
            </p14:nvContentPartPr>
            <p14:xfrm>
              <a:off x="7733160" y="3455640"/>
              <a:ext cx="554040" cy="4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696524-3D30-4213-A2E2-062935F7E69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17320" y="3392280"/>
                <a:ext cx="5853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971373-C5B4-4821-B15A-382C0E20E802}"/>
                  </a:ext>
                </a:extLst>
              </p14:cNvPr>
              <p14:cNvContentPartPr/>
              <p14:nvPr/>
            </p14:nvContentPartPr>
            <p14:xfrm>
              <a:off x="4304160" y="2982600"/>
              <a:ext cx="616320" cy="27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971373-C5B4-4821-B15A-382C0E20E80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88320" y="2919240"/>
                <a:ext cx="6476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3FA94D-BF31-463C-BE3F-026CBC6C2507}"/>
                  </a:ext>
                </a:extLst>
              </p14:cNvPr>
              <p14:cNvContentPartPr/>
              <p14:nvPr/>
            </p14:nvContentPartPr>
            <p14:xfrm>
              <a:off x="4402440" y="3839760"/>
              <a:ext cx="732600" cy="27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3FA94D-BF31-463C-BE3F-026CBC6C250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86600" y="3776400"/>
                <a:ext cx="7639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BBA7F57-4A38-426A-A2E7-3E2D8B81C9DC}"/>
                  </a:ext>
                </a:extLst>
              </p14:cNvPr>
              <p14:cNvContentPartPr/>
              <p14:nvPr/>
            </p14:nvContentPartPr>
            <p14:xfrm>
              <a:off x="4375440" y="4009320"/>
              <a:ext cx="902520" cy="18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BBA7F57-4A38-426A-A2E7-3E2D8B81C9D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59600" y="3945960"/>
                <a:ext cx="9338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5D25AE-0A4C-44F6-A06C-D98E1E31F61D}"/>
                  </a:ext>
                </a:extLst>
              </p14:cNvPr>
              <p14:cNvContentPartPr/>
              <p14:nvPr/>
            </p14:nvContentPartPr>
            <p14:xfrm>
              <a:off x="3723840" y="3741480"/>
              <a:ext cx="339480" cy="18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5D25AE-0A4C-44F6-A06C-D98E1E31F61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08000" y="3678120"/>
                <a:ext cx="3708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D5DDF88-D7BA-48C4-9024-8D0F8A308220}"/>
                  </a:ext>
                </a:extLst>
              </p14:cNvPr>
              <p14:cNvContentPartPr/>
              <p14:nvPr/>
            </p14:nvContentPartPr>
            <p14:xfrm>
              <a:off x="3795120" y="3964680"/>
              <a:ext cx="250560" cy="18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D5DDF88-D7BA-48C4-9024-8D0F8A30822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79280" y="3901320"/>
                <a:ext cx="2818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556074-F70E-450C-834E-C43F58DF75FC}"/>
                  </a:ext>
                </a:extLst>
              </p14:cNvPr>
              <p14:cNvContentPartPr/>
              <p14:nvPr/>
            </p14:nvContentPartPr>
            <p14:xfrm>
              <a:off x="7099200" y="3375360"/>
              <a:ext cx="10728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556074-F70E-450C-834E-C43F58DF75F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83360" y="3312000"/>
                <a:ext cx="138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8297277-022B-46A8-8D02-26A124B5E293}"/>
                  </a:ext>
                </a:extLst>
              </p14:cNvPr>
              <p14:cNvContentPartPr/>
              <p14:nvPr/>
            </p14:nvContentPartPr>
            <p14:xfrm>
              <a:off x="9144000" y="3152160"/>
              <a:ext cx="71640" cy="18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8297277-022B-46A8-8D02-26A124B5E29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128160" y="3088800"/>
                <a:ext cx="102960" cy="1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016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780694"/>
            <a:ext cx="1036702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Often, when users want to retrieve data from database tables,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they want to display some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totals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 many employees do we have?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 many students are enrolled in INF10002?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 many staff of each gender do we have?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the database world, this is often referred to as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Aggregation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Typical total (or aggregation) functions are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Count, Sum, Min, Max, Average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D3BD39-97DF-4297-8B7A-9B2C2B2D5D09}"/>
              </a:ext>
            </a:extLst>
          </p:cNvPr>
          <p:cNvSpPr/>
          <p:nvPr/>
        </p:nvSpPr>
        <p:spPr>
          <a:xfrm>
            <a:off x="7018317" y="3800104"/>
            <a:ext cx="1496291" cy="45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DCA0ED-DC17-4AD7-8120-0A72F85C3359}"/>
                  </a:ext>
                </a:extLst>
              </p14:cNvPr>
              <p14:cNvContentPartPr/>
              <p14:nvPr/>
            </p14:nvContentPartPr>
            <p14:xfrm>
              <a:off x="6938280" y="3491640"/>
              <a:ext cx="1581120" cy="187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DCA0ED-DC17-4AD7-8120-0A72F85C33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2440" y="3428280"/>
                <a:ext cx="16124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D59A1C-E8A1-4B9E-A05C-931AECE1A9BC}"/>
                  </a:ext>
                </a:extLst>
              </p14:cNvPr>
              <p14:cNvContentPartPr/>
              <p14:nvPr/>
            </p14:nvContentPartPr>
            <p14:xfrm>
              <a:off x="6099120" y="4250520"/>
              <a:ext cx="651960" cy="4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D59A1C-E8A1-4B9E-A05C-931AECE1A9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3280" y="4187160"/>
                <a:ext cx="6832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4960D3-F9B5-442D-AFD7-7317DD2600BB}"/>
                  </a:ext>
                </a:extLst>
              </p14:cNvPr>
              <p14:cNvContentPartPr/>
              <p14:nvPr/>
            </p14:nvContentPartPr>
            <p14:xfrm>
              <a:off x="7116840" y="4330800"/>
              <a:ext cx="339840" cy="18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4960D3-F9B5-442D-AFD7-7317DD2600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01000" y="4267440"/>
                <a:ext cx="3711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1B52DD1-1CB4-457F-8B69-DEAD6D38226E}"/>
                  </a:ext>
                </a:extLst>
              </p14:cNvPr>
              <p14:cNvContentPartPr/>
              <p14:nvPr/>
            </p14:nvContentPartPr>
            <p14:xfrm>
              <a:off x="7777800" y="4313160"/>
              <a:ext cx="303840" cy="5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1B52DD1-1CB4-457F-8B69-DEAD6D3822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61960" y="4249800"/>
                <a:ext cx="3351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314588-E386-4227-8991-C2A977C72FB7}"/>
                  </a:ext>
                </a:extLst>
              </p14:cNvPr>
              <p14:cNvContentPartPr/>
              <p14:nvPr/>
            </p14:nvContentPartPr>
            <p14:xfrm>
              <a:off x="8608320" y="4384440"/>
              <a:ext cx="187920" cy="45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314588-E386-4227-8991-C2A977C72FB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92480" y="4321080"/>
                <a:ext cx="219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D28726-A8C6-40E0-9A7E-2906A7FB6BB9}"/>
                  </a:ext>
                </a:extLst>
              </p14:cNvPr>
              <p14:cNvContentPartPr/>
              <p14:nvPr/>
            </p14:nvContentPartPr>
            <p14:xfrm>
              <a:off x="9170640" y="4384440"/>
              <a:ext cx="652320" cy="54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D28726-A8C6-40E0-9A7E-2906A7FB6B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54800" y="4321080"/>
                <a:ext cx="683640" cy="1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444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Count Values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Requirement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how many movies belong 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rating code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answer should be in this format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	   24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PG	   45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	 121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MA   83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	     5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1C0ECC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query must display the Rating Code in column 1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query must display the Count value in column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B4735C-C4CA-4C48-ADB9-57AB594B922E}"/>
                  </a:ext>
                </a:extLst>
              </p14:cNvPr>
              <p14:cNvContentPartPr/>
              <p14:nvPr/>
            </p14:nvContentPartPr>
            <p14:xfrm>
              <a:off x="678600" y="2312640"/>
              <a:ext cx="1884600" cy="209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B4735C-C4CA-4C48-ADB9-57AB594B92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760" y="2249280"/>
                <a:ext cx="1915920" cy="22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2923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Query Design Ribbon, click on the Totals icon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adds a Total row to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Query Design Grid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43" y="1732102"/>
            <a:ext cx="11170920" cy="1427957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0181104" y="1159444"/>
            <a:ext cx="470648" cy="5726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053" y="3501884"/>
            <a:ext cx="4926947" cy="301220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974406" y="4697732"/>
            <a:ext cx="771293" cy="1087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CAE472-8E65-47F8-88A1-F6607DA68A71}"/>
                  </a:ext>
                </a:extLst>
              </p14:cNvPr>
              <p14:cNvContentPartPr/>
              <p14:nvPr/>
            </p14:nvContentPartPr>
            <p14:xfrm>
              <a:off x="10617480" y="2152080"/>
              <a:ext cx="500400" cy="34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CAE472-8E65-47F8-88A1-F6607DA68A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01640" y="2088720"/>
                <a:ext cx="5317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EE23AC-944C-4B0B-9CC7-1F3AC04D161F}"/>
                  </a:ext>
                </a:extLst>
              </p14:cNvPr>
              <p14:cNvContentPartPr/>
              <p14:nvPr/>
            </p14:nvContentPartPr>
            <p14:xfrm>
              <a:off x="10697760" y="2107440"/>
              <a:ext cx="536040" cy="8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EE23AC-944C-4B0B-9CC7-1F3AC04D16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81920" y="2044080"/>
                <a:ext cx="5673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528751-9EF1-42C6-A6BA-41BDE65BE927}"/>
                  </a:ext>
                </a:extLst>
              </p14:cNvPr>
              <p14:cNvContentPartPr/>
              <p14:nvPr/>
            </p14:nvContentPartPr>
            <p14:xfrm>
              <a:off x="5777640" y="4625640"/>
              <a:ext cx="902160" cy="80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528751-9EF1-42C6-A6BA-41BDE65BE9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61800" y="4562280"/>
                <a:ext cx="933480" cy="2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4942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Add the field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to the Design Grid.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Total operation says Group By.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means that all of the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in the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records will be Grouped.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 is a group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PG is a group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MA is a group…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487" y="928612"/>
            <a:ext cx="4052427" cy="28577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EEA7B3-0642-4A96-84DB-8BE0827DA6A3}"/>
                  </a:ext>
                </a:extLst>
              </p14:cNvPr>
              <p14:cNvContentPartPr/>
              <p14:nvPr/>
            </p14:nvContentPartPr>
            <p14:xfrm>
              <a:off x="9501120" y="2768040"/>
              <a:ext cx="402120" cy="17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EEA7B3-0642-4A96-84DB-8BE0827DA6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85280" y="2704680"/>
                <a:ext cx="4334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DAC112-FDB9-4FD0-A94B-9635F72C0EEB}"/>
                  </a:ext>
                </a:extLst>
              </p14:cNvPr>
              <p14:cNvContentPartPr/>
              <p14:nvPr/>
            </p14:nvContentPartPr>
            <p14:xfrm>
              <a:off x="8474400" y="2035800"/>
              <a:ext cx="1045080" cy="10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DAC112-FDB9-4FD0-A94B-9635F72C0E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8560" y="1972440"/>
                <a:ext cx="1076400" cy="2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730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If we ran this query as it is, then we simply have a list of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that appear in the Movie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Not really useful.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848" y="1648403"/>
            <a:ext cx="3416208" cy="3015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32" y="2743964"/>
            <a:ext cx="4052427" cy="285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72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Add the field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for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second time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 the Design Grid.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time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change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the type of Total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(or aggregation) you want to perform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this example,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we will select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from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pull down menu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Running the query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shows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value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123" y="4488704"/>
            <a:ext cx="5138027" cy="21380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88" y="1457512"/>
            <a:ext cx="5609113" cy="206860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700" y="2876306"/>
            <a:ext cx="1991405" cy="37504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0A53F6-75F6-446A-8273-F9EDBE469BB4}"/>
                  </a:ext>
                </a:extLst>
              </p14:cNvPr>
              <p14:cNvContentPartPr/>
              <p14:nvPr/>
            </p14:nvContentPartPr>
            <p14:xfrm>
              <a:off x="9313560" y="4956120"/>
              <a:ext cx="2224080" cy="15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0A53F6-75F6-446A-8273-F9EDBE469BB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7720" y="4892760"/>
                <a:ext cx="2255400" cy="2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0351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Changing the column heading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column heading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CountOfRATINGCODE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is not very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professional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Add a new column heading by placing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new heading followed by a semi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colon : character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prefix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in front of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field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E.g.    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Total: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Note: This technique applies to any column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heading in any query that you create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341" y="1164657"/>
            <a:ext cx="5827059" cy="20926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645" y="3862609"/>
            <a:ext cx="4914544" cy="282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35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Another example of Group By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15331" y="928611"/>
            <a:ext cx="1036702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is a similar example.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this case, the query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groups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records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each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value, the total number of records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73" y="3425591"/>
            <a:ext cx="5910124" cy="24642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9" y="1301146"/>
            <a:ext cx="3829891" cy="3690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8E0533-C6F9-4DB6-89C4-A69130F9F4CF}"/>
                  </a:ext>
                </a:extLst>
              </p14:cNvPr>
              <p14:cNvContentPartPr/>
              <p14:nvPr/>
            </p14:nvContentPartPr>
            <p14:xfrm>
              <a:off x="2134080" y="4500720"/>
              <a:ext cx="857880" cy="18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8E0533-C6F9-4DB6-89C4-A69130F9F4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8240" y="4437360"/>
                <a:ext cx="8892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F14AC4-63CF-43E4-BDCE-68B5496CDAE3}"/>
                  </a:ext>
                </a:extLst>
              </p14:cNvPr>
              <p14:cNvContentPartPr/>
              <p14:nvPr/>
            </p14:nvContentPartPr>
            <p14:xfrm>
              <a:off x="2196720" y="4723920"/>
              <a:ext cx="1036080" cy="4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F14AC4-63CF-43E4-BDCE-68B5496CDA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0880" y="4660560"/>
                <a:ext cx="10674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6751CAF-074C-478D-B2F7-E0D74902470A}"/>
                  </a:ext>
                </a:extLst>
              </p14:cNvPr>
              <p14:cNvContentPartPr/>
              <p14:nvPr/>
            </p14:nvContentPartPr>
            <p14:xfrm>
              <a:off x="9563760" y="1544760"/>
              <a:ext cx="1580760" cy="509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6751CAF-074C-478D-B2F7-E0D7490247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47920" y="1481400"/>
                <a:ext cx="1612080" cy="63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216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Requirement: Count the number of movies in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rating code for each release year.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1</a:t>
            </a:r>
            <a:r>
              <a:rPr kumimoji="0" lang="en-AU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st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column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groups data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kumimoji="0" lang="en-AU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nd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column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groups data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within a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kumimoji="0" lang="en-AU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rd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column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shows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of movies for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group combination.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505" y="713459"/>
            <a:ext cx="5554661" cy="41965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96" y="4129368"/>
            <a:ext cx="7172940" cy="2190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70753" y="4919357"/>
            <a:ext cx="27365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2016 has 11 movies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those: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have an M rating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have a PG rating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has a G rating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has a MA rating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823CC-567B-4C09-9F80-7AA1005CC2ED}"/>
              </a:ext>
            </a:extLst>
          </p:cNvPr>
          <p:cNvSpPr/>
          <p:nvPr/>
        </p:nvSpPr>
        <p:spPr>
          <a:xfrm>
            <a:off x="1092530" y="5367647"/>
            <a:ext cx="558140" cy="45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9C7587-B41E-4553-A390-918679C269E8}"/>
                  </a:ext>
                </a:extLst>
              </p14:cNvPr>
              <p14:cNvContentPartPr/>
              <p14:nvPr/>
            </p14:nvContentPartPr>
            <p14:xfrm>
              <a:off x="1107360" y="4956120"/>
              <a:ext cx="973440" cy="71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9C7587-B41E-4553-A390-918679C269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1520" y="4892760"/>
                <a:ext cx="10047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7F57C9-99AE-4D39-9A1D-CA32502DA97D}"/>
                  </a:ext>
                </a:extLst>
              </p14:cNvPr>
              <p14:cNvContentPartPr/>
              <p14:nvPr/>
            </p14:nvContentPartPr>
            <p14:xfrm>
              <a:off x="3089520" y="4964760"/>
              <a:ext cx="821880" cy="63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7F57C9-99AE-4D39-9A1D-CA32502DA9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73680" y="4901400"/>
                <a:ext cx="8532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0BA88F-DF73-4BCE-95AB-DB2C79700FC3}"/>
                  </a:ext>
                </a:extLst>
              </p14:cNvPr>
              <p14:cNvContentPartPr/>
              <p14:nvPr/>
            </p14:nvContentPartPr>
            <p14:xfrm>
              <a:off x="7742160" y="1491120"/>
              <a:ext cx="330480" cy="63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0BA88F-DF73-4BCE-95AB-DB2C79700F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6320" y="1427760"/>
                <a:ext cx="3618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69A6EFC-927F-4F76-8AF6-B6328CDEAB18}"/>
                  </a:ext>
                </a:extLst>
              </p14:cNvPr>
              <p14:cNvContentPartPr/>
              <p14:nvPr/>
            </p14:nvContentPartPr>
            <p14:xfrm>
              <a:off x="8259840" y="1482480"/>
              <a:ext cx="98640" cy="27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69A6EFC-927F-4F76-8AF6-B6328CDEAB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44000" y="1419120"/>
                <a:ext cx="1299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EFC1F8-7AA9-432E-B66A-647FAF2D0FC9}"/>
                  </a:ext>
                </a:extLst>
              </p14:cNvPr>
              <p14:cNvContentPartPr/>
              <p14:nvPr/>
            </p14:nvContentPartPr>
            <p14:xfrm>
              <a:off x="8242200" y="1759320"/>
              <a:ext cx="2700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EFC1F8-7AA9-432E-B66A-647FAF2D0F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26360" y="1695960"/>
                <a:ext cx="583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F765F16-A851-4049-AF86-CF9476120A01}"/>
                  </a:ext>
                </a:extLst>
              </p14:cNvPr>
              <p14:cNvContentPartPr/>
              <p14:nvPr/>
            </p14:nvContentPartPr>
            <p14:xfrm>
              <a:off x="8251200" y="2071800"/>
              <a:ext cx="29484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F765F16-A851-4049-AF86-CF9476120A0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5360" y="2008440"/>
                <a:ext cx="3261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CD1BB0-457B-411C-9F1A-136D7E95D723}"/>
                  </a:ext>
                </a:extLst>
              </p14:cNvPr>
              <p14:cNvContentPartPr/>
              <p14:nvPr/>
            </p14:nvContentPartPr>
            <p14:xfrm>
              <a:off x="8277840" y="2268000"/>
              <a:ext cx="134280" cy="18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CD1BB0-457B-411C-9F1A-136D7E95D7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62000" y="2204640"/>
                <a:ext cx="1656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211518-15CD-4657-AA1B-5E640ED099F5}"/>
                  </a:ext>
                </a:extLst>
              </p14:cNvPr>
              <p14:cNvContentPartPr/>
              <p14:nvPr/>
            </p14:nvContentPartPr>
            <p14:xfrm>
              <a:off x="11983680" y="150012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211518-15CD-4657-AA1B-5E640ED099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967840" y="14367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157E29-7FF5-4C1C-883E-A60559B95971}"/>
                  </a:ext>
                </a:extLst>
              </p14:cNvPr>
              <p14:cNvContentPartPr/>
              <p14:nvPr/>
            </p14:nvContentPartPr>
            <p14:xfrm>
              <a:off x="11939040" y="1794960"/>
              <a:ext cx="9360" cy="9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157E29-7FF5-4C1C-883E-A60559B959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923200" y="1731600"/>
                <a:ext cx="406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B3354F-32FC-4F64-95E8-D146938271CB}"/>
                  </a:ext>
                </a:extLst>
              </p14:cNvPr>
              <p14:cNvContentPartPr/>
              <p14:nvPr/>
            </p14:nvContentPartPr>
            <p14:xfrm>
              <a:off x="8188560" y="2553840"/>
              <a:ext cx="15228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B3354F-32FC-4F64-95E8-D146938271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72720" y="2490480"/>
                <a:ext cx="183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E3F6605-F0A8-4A67-852C-41BB918750E6}"/>
                  </a:ext>
                </a:extLst>
              </p14:cNvPr>
              <p14:cNvContentPartPr/>
              <p14:nvPr/>
            </p14:nvContentPartPr>
            <p14:xfrm>
              <a:off x="8268840" y="2839680"/>
              <a:ext cx="232560" cy="27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E3F6605-F0A8-4A67-852C-41BB918750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3000" y="2776320"/>
                <a:ext cx="26388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9516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880054"/>
            <a:ext cx="103670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example demonstrates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AVG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aggregation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function.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average TMDB scor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 is calculated for each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year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2" y="928612"/>
            <a:ext cx="4572000" cy="47871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894" y="3429000"/>
            <a:ext cx="5844444" cy="238257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4833912" y="4276165"/>
            <a:ext cx="1089845" cy="2420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8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round the AVG calculation, we can use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Round() function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Round()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requires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	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value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that you want to round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	the number of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decimal places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required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Write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expression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in the Field cell: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88" y="3913094"/>
            <a:ext cx="10341458" cy="24740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706" y="256731"/>
            <a:ext cx="3142129" cy="339770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6564079" y="3173506"/>
            <a:ext cx="630097" cy="8894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068DBB-0AC6-4B1F-A2D6-1D40038601DF}"/>
                  </a:ext>
                </a:extLst>
              </p14:cNvPr>
              <p14:cNvContentPartPr/>
              <p14:nvPr/>
            </p14:nvContentPartPr>
            <p14:xfrm>
              <a:off x="1375200" y="2027160"/>
              <a:ext cx="518400" cy="52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068DBB-0AC6-4B1F-A2D6-1D40038601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9360" y="1963800"/>
                <a:ext cx="54972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5835DB-9400-4A6C-B91E-7C66BC45D1C0}"/>
                  </a:ext>
                </a:extLst>
              </p14:cNvPr>
              <p14:cNvContentPartPr/>
              <p14:nvPr/>
            </p14:nvContentPartPr>
            <p14:xfrm>
              <a:off x="5438160" y="4295160"/>
              <a:ext cx="2505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5835DB-9400-4A6C-B91E-7C66BC45D1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22320" y="4231800"/>
                <a:ext cx="2818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F22EADF-58DE-41C2-8AE0-748860C762FE}"/>
                  </a:ext>
                </a:extLst>
              </p14:cNvPr>
              <p14:cNvContentPartPr/>
              <p14:nvPr/>
            </p14:nvContentPartPr>
            <p14:xfrm>
              <a:off x="6054480" y="4277160"/>
              <a:ext cx="589680" cy="45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F22EADF-58DE-41C2-8AE0-748860C762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38640" y="4213800"/>
                <a:ext cx="6210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BAF04E4-4AC4-4593-99AB-493A0662BC09}"/>
                  </a:ext>
                </a:extLst>
              </p14:cNvPr>
              <p14:cNvContentPartPr/>
              <p14:nvPr/>
            </p14:nvContentPartPr>
            <p14:xfrm>
              <a:off x="6920640" y="4375440"/>
              <a:ext cx="360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BAF04E4-4AC4-4593-99AB-493A0662BC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04800" y="4312080"/>
                <a:ext cx="673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6E63C3-1333-412C-92D8-F63CEB8BD9C7}"/>
                  </a:ext>
                </a:extLst>
              </p14:cNvPr>
              <p14:cNvContentPartPr/>
              <p14:nvPr/>
            </p14:nvContentPartPr>
            <p14:xfrm>
              <a:off x="7116840" y="4268520"/>
              <a:ext cx="153648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6E63C3-1333-412C-92D8-F63CEB8BD9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1000" y="4205160"/>
                <a:ext cx="1567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A843148-31C6-4BEF-93F9-00F53FF5AB85}"/>
                  </a:ext>
                </a:extLst>
              </p14:cNvPr>
              <p14:cNvContentPartPr/>
              <p14:nvPr/>
            </p14:nvContentPartPr>
            <p14:xfrm>
              <a:off x="9028080" y="4214880"/>
              <a:ext cx="116280" cy="169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A843148-31C6-4BEF-93F9-00F53FF5AB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12240" y="4151520"/>
                <a:ext cx="147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829824D-FF43-488A-BE39-B516490FAF26}"/>
                  </a:ext>
                </a:extLst>
              </p14:cNvPr>
              <p14:cNvContentPartPr/>
              <p14:nvPr/>
            </p14:nvContentPartPr>
            <p14:xfrm>
              <a:off x="10420920" y="776880"/>
              <a:ext cx="1375560" cy="3036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829824D-FF43-488A-BE39-B516490FAF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05080" y="713520"/>
                <a:ext cx="1406880" cy="31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931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Access automatically adds the column name prefix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Expr1.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You can replace this prefix with any heading that you want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47" y="2503576"/>
            <a:ext cx="7153654" cy="10317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46" y="4242164"/>
            <a:ext cx="7207741" cy="17002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642" y="1987391"/>
            <a:ext cx="3665266" cy="303193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4140467" y="3503356"/>
            <a:ext cx="630097" cy="8894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4140467" y="3019464"/>
            <a:ext cx="630098" cy="5158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0922865" y="1428755"/>
            <a:ext cx="630097" cy="8894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C3E040-EE35-417F-9E58-32251FCBC536}"/>
                  </a:ext>
                </a:extLst>
              </p14:cNvPr>
              <p14:cNvContentPartPr/>
              <p14:nvPr/>
            </p14:nvContentPartPr>
            <p14:xfrm>
              <a:off x="4339800" y="2777040"/>
              <a:ext cx="3340080" cy="14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C3E040-EE35-417F-9E58-32251FCBC5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3960" y="2713680"/>
                <a:ext cx="337140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07DD5E-DEF4-4785-AC7D-07F27A67C10A}"/>
                  </a:ext>
                </a:extLst>
              </p14:cNvPr>
              <p14:cNvContentPartPr/>
              <p14:nvPr/>
            </p14:nvContentPartPr>
            <p14:xfrm>
              <a:off x="4241520" y="2857320"/>
              <a:ext cx="360" cy="9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07DD5E-DEF4-4785-AC7D-07F27A67C1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25680" y="2793960"/>
                <a:ext cx="31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86ACB8-9650-4A66-B62A-BB593F373EA3}"/>
                  </a:ext>
                </a:extLst>
              </p14:cNvPr>
              <p14:cNvContentPartPr/>
              <p14:nvPr/>
            </p14:nvContentPartPr>
            <p14:xfrm>
              <a:off x="3875400" y="2839680"/>
              <a:ext cx="3042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686ACB8-9650-4A66-B62A-BB593F373E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59560" y="2776320"/>
                <a:ext cx="33552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170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With any of the aggregate functions you can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include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criteria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that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applied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to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totals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generated by the aggregate functions.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this case, the query will only show totals where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average TMDB score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greater than or 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equal to 7.4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906" y="824766"/>
            <a:ext cx="4455460" cy="31104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50088"/>
            <a:ext cx="9690847" cy="232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19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7844"/>
            <a:ext cx="108280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allows developers to quickly and easily create input forms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form only shows one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record at a time.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for the end-user to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focus on one item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Difficult to delete / make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changes to multiple records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(by mistake).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19455"/>
          <a:stretch/>
        </p:blipFill>
        <p:spPr>
          <a:xfrm>
            <a:off x="4195482" y="1385047"/>
            <a:ext cx="7879976" cy="529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96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Creating a simple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Form Wizard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Specify which columns are to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appear on the form.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(Some columns that are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calculated or populated at a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later date may not have to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appear)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0534"/>
          <a:stretch/>
        </p:blipFill>
        <p:spPr>
          <a:xfrm>
            <a:off x="3859306" y="903858"/>
            <a:ext cx="7440986" cy="17920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916" y="2834989"/>
            <a:ext cx="6099376" cy="391831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 flipV="1">
            <a:off x="10859911" y="1578929"/>
            <a:ext cx="1047189" cy="31185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>
            <a:off x="6844553" y="5163671"/>
            <a:ext cx="457200" cy="135815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530353" y="5849471"/>
            <a:ext cx="127747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414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Creating a simple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Choose the type of form required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Columnar allows you to place and resize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all fields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Finally, give the form a name e.g. Movie Form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366" y="473100"/>
            <a:ext cx="4371975" cy="2381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443" y="3665163"/>
            <a:ext cx="43910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95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Movie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78" y="832728"/>
            <a:ext cx="114376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a more professional system, you could add a menu or buttons that make it easier to perform CRUD (create, read, update, delete) operations. You could add colour, text, images, hints etc.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025977"/>
            <a:ext cx="8210550" cy="4362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87753" y="2259106"/>
            <a:ext cx="26042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Forms with buttons, menu, hints, validations, user defined error messages, sub forms, etc. are not 'simple to create'. </a:t>
            </a:r>
            <a:b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many books, tutorials &amp; discussion boards that cover these topics.</a:t>
            </a:r>
          </a:p>
        </p:txBody>
      </p:sp>
    </p:spTree>
    <p:extLst>
      <p:ext uri="{BB962C8B-B14F-4D97-AF65-F5344CB8AC3E}">
        <p14:creationId xmlns:p14="http://schemas.microsoft.com/office/powerpoint/2010/main" val="2066632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Indexes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dirty="0"/>
              <a:t>You may have noticed that whenever</a:t>
            </a:r>
            <a:br>
              <a:rPr lang="en-AU" dirty="0"/>
            </a:br>
            <a:r>
              <a:rPr lang="en-AU" dirty="0"/>
              <a:t>we created a Primary Key column, </a:t>
            </a:r>
            <a:br>
              <a:rPr lang="en-AU" dirty="0"/>
            </a:br>
            <a:r>
              <a:rPr lang="en-AU" dirty="0"/>
              <a:t>the field property panel populated </a:t>
            </a:r>
          </a:p>
          <a:p>
            <a:pPr marL="0" indent="0">
              <a:buNone/>
            </a:pPr>
            <a:r>
              <a:rPr lang="en-AU" dirty="0"/>
              <a:t>the property </a:t>
            </a:r>
            <a:r>
              <a:rPr lang="en-AU" b="1" dirty="0"/>
              <a:t>Indexed</a:t>
            </a:r>
            <a:r>
              <a:rPr lang="en-AU" dirty="0"/>
              <a:t>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an </a:t>
            </a:r>
            <a:r>
              <a:rPr lang="en-AU" b="1" dirty="0"/>
              <a:t>index</a:t>
            </a:r>
            <a:r>
              <a:rPr lang="en-AU" dirty="0"/>
              <a:t>?</a:t>
            </a:r>
          </a:p>
          <a:p>
            <a:pPr marL="0" indent="0">
              <a:buNone/>
            </a:pPr>
            <a:r>
              <a:rPr lang="en-AU" dirty="0"/>
              <a:t>How can it </a:t>
            </a:r>
            <a:r>
              <a:rPr lang="en-AU" b="1" dirty="0"/>
              <a:t>assist</a:t>
            </a:r>
            <a:r>
              <a:rPr lang="en-AU" dirty="0"/>
              <a:t> us?</a:t>
            </a:r>
          </a:p>
          <a:p>
            <a:pPr marL="0" indent="0"/>
            <a:endParaRPr lang="en-AU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017" y="105878"/>
            <a:ext cx="6065744" cy="647221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249271" y="6064624"/>
            <a:ext cx="1700746" cy="537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C1BE4F-1A0E-431E-914D-EE80F52822D4}"/>
                  </a:ext>
                </a:extLst>
              </p14:cNvPr>
              <p14:cNvContentPartPr/>
              <p14:nvPr/>
            </p14:nvContentPartPr>
            <p14:xfrm>
              <a:off x="7527600" y="1000080"/>
              <a:ext cx="679320" cy="18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C1BE4F-1A0E-431E-914D-EE80F52822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1760" y="936720"/>
                <a:ext cx="7106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E800AC-5EC2-4418-A773-E3CE627A73A4}"/>
                  </a:ext>
                </a:extLst>
              </p14:cNvPr>
              <p14:cNvContentPartPr/>
              <p14:nvPr/>
            </p14:nvContentPartPr>
            <p14:xfrm>
              <a:off x="5902560" y="1000080"/>
              <a:ext cx="312840" cy="36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E800AC-5EC2-4418-A773-E3CE627A73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6720" y="936720"/>
                <a:ext cx="3441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F3B1435-BB2E-475E-9F21-696DE26C26F4}"/>
                  </a:ext>
                </a:extLst>
              </p14:cNvPr>
              <p14:cNvContentPartPr/>
              <p14:nvPr/>
            </p14:nvContentPartPr>
            <p14:xfrm>
              <a:off x="5750640" y="3313080"/>
              <a:ext cx="4840200" cy="3036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F3B1435-BB2E-475E-9F21-696DE26C26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4800" y="3249720"/>
                <a:ext cx="4871520" cy="31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AD0BB60-FB2F-4481-AF9D-813A8DE872DB}"/>
                  </a:ext>
                </a:extLst>
              </p14:cNvPr>
              <p14:cNvContentPartPr/>
              <p14:nvPr/>
            </p14:nvContentPartPr>
            <p14:xfrm>
              <a:off x="6188400" y="6116760"/>
              <a:ext cx="660960" cy="9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AD0BB60-FB2F-4481-AF9D-813A8DE872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72560" y="6053400"/>
                <a:ext cx="6922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3C6D86-ECCF-4848-9429-C0E6C38820FD}"/>
                  </a:ext>
                </a:extLst>
              </p14:cNvPr>
              <p14:cNvContentPartPr/>
              <p14:nvPr/>
            </p14:nvContentPartPr>
            <p14:xfrm>
              <a:off x="8224200" y="6116760"/>
              <a:ext cx="857520" cy="54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3C6D86-ECCF-4848-9429-C0E6C38820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08360" y="6053400"/>
                <a:ext cx="8888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6D30435-85C1-479D-BA2F-24BE978E579E}"/>
                  </a:ext>
                </a:extLst>
              </p14:cNvPr>
              <p14:cNvContentPartPr/>
              <p14:nvPr/>
            </p14:nvContentPartPr>
            <p14:xfrm>
              <a:off x="6116760" y="1303560"/>
              <a:ext cx="384480" cy="45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6D30435-85C1-479D-BA2F-24BE978E579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00920" y="1240200"/>
                <a:ext cx="4158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CE29518-4E1F-440A-8EF0-563AF2E1B743}"/>
                  </a:ext>
                </a:extLst>
              </p14:cNvPr>
              <p14:cNvContentPartPr/>
              <p14:nvPr/>
            </p14:nvContentPartPr>
            <p14:xfrm>
              <a:off x="6054480" y="1598400"/>
              <a:ext cx="312840" cy="36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CE29518-4E1F-440A-8EF0-563AF2E1B74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38640" y="1535040"/>
                <a:ext cx="34416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876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Indexes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>
          <a:xfrm>
            <a:off x="1" y="1087655"/>
            <a:ext cx="11290434" cy="3917482"/>
          </a:xfrm>
          <a:noFill/>
          <a:ln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Imagine that this is a </a:t>
            </a:r>
            <a:br>
              <a:rPr lang="en-AU" dirty="0"/>
            </a:br>
            <a:r>
              <a:rPr lang="en-AU" dirty="0"/>
              <a:t>list of employee ids.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these employees</a:t>
            </a:r>
            <a:br>
              <a:rPr lang="en-AU" dirty="0"/>
            </a:br>
            <a:r>
              <a:rPr lang="en-AU" dirty="0"/>
              <a:t>exist?</a:t>
            </a:r>
          </a:p>
          <a:p>
            <a:endParaRPr lang="en-A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212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61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dirty="0"/>
          </a:p>
          <a:p>
            <a:pPr marL="0" indent="0">
              <a:buNone/>
            </a:pPr>
            <a:r>
              <a:rPr lang="en-AU" dirty="0"/>
              <a:t>It is hard &amp; slow work</a:t>
            </a:r>
            <a:br>
              <a:rPr lang="en-AU" dirty="0"/>
            </a:br>
            <a:r>
              <a:rPr lang="en-AU" dirty="0"/>
              <a:t>to </a:t>
            </a:r>
            <a:r>
              <a:rPr lang="en-AU" b="1" dirty="0"/>
              <a:t>sequentially</a:t>
            </a:r>
            <a:r>
              <a:rPr lang="en-AU" dirty="0"/>
              <a:t> view</a:t>
            </a:r>
            <a:br>
              <a:rPr lang="en-AU" dirty="0"/>
            </a:br>
            <a:r>
              <a:rPr lang="en-AU" b="1" dirty="0"/>
              <a:t>every</a:t>
            </a:r>
            <a:r>
              <a:rPr lang="en-AU" dirty="0"/>
              <a:t> value.</a:t>
            </a:r>
          </a:p>
          <a:p>
            <a:endParaRPr lang="en-AU" dirty="0"/>
          </a:p>
          <a:p>
            <a:pPr marL="0" indent="0"/>
            <a:endParaRPr lang="en-AU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059" y="242797"/>
            <a:ext cx="8885534" cy="609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84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Indexes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>
          <a:xfrm>
            <a:off x="146407" y="1087655"/>
            <a:ext cx="11144027" cy="3917482"/>
          </a:xfrm>
          <a:noFill/>
          <a:ln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Do these employees</a:t>
            </a:r>
            <a:br>
              <a:rPr lang="en-AU" dirty="0"/>
            </a:br>
            <a:r>
              <a:rPr lang="en-AU" dirty="0"/>
              <a:t>exist?</a:t>
            </a:r>
          </a:p>
          <a:p>
            <a:endParaRPr lang="en-A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91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502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The search is </a:t>
            </a:r>
            <a:r>
              <a:rPr lang="en-AU" b="1" dirty="0"/>
              <a:t>much </a:t>
            </a:r>
            <a:br>
              <a:rPr lang="en-AU" b="1" dirty="0"/>
            </a:br>
            <a:r>
              <a:rPr lang="en-AU" b="1" dirty="0"/>
              <a:t>easier</a:t>
            </a:r>
            <a:r>
              <a:rPr lang="en-AU" dirty="0"/>
              <a:t> when the </a:t>
            </a:r>
            <a:br>
              <a:rPr lang="en-AU" dirty="0"/>
            </a:br>
            <a:r>
              <a:rPr lang="en-AU" dirty="0"/>
              <a:t>values are stored in</a:t>
            </a:r>
          </a:p>
          <a:p>
            <a:pPr marL="0" indent="0">
              <a:buNone/>
            </a:pPr>
            <a:r>
              <a:rPr lang="en-AU" b="1" dirty="0"/>
              <a:t>numeric sequence</a:t>
            </a:r>
            <a:r>
              <a:rPr lang="en-AU" dirty="0"/>
              <a:t>.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pPr marL="0" indent="0"/>
            <a:endParaRPr lang="en-AU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857" y="635267"/>
            <a:ext cx="9019736" cy="598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159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Indexes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dirty="0"/>
              <a:t>If the index did not exist, Access would have to </a:t>
            </a:r>
            <a:r>
              <a:rPr lang="en-AU" b="1" dirty="0"/>
              <a:t>view each record</a:t>
            </a:r>
            <a:r>
              <a:rPr lang="en-AU" dirty="0"/>
              <a:t> in the employee table </a:t>
            </a:r>
            <a:r>
              <a:rPr lang="en-AU" b="1" dirty="0"/>
              <a:t>sequentially</a:t>
            </a:r>
            <a:r>
              <a:rPr lang="en-AU" dirty="0"/>
              <a:t> to find a matching employee id.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With 100,000 records, that could be a long time. (Well a second or two).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If there were 10 million rows, the delay would increase.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The </a:t>
            </a:r>
            <a:r>
              <a:rPr lang="en-AU" b="1" dirty="0"/>
              <a:t>more rows</a:t>
            </a:r>
            <a:r>
              <a:rPr lang="en-AU" dirty="0"/>
              <a:t> we have…. the </a:t>
            </a:r>
            <a:r>
              <a:rPr lang="en-AU" b="1" dirty="0"/>
              <a:t>slower the sequential search.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lvl="1"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/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3396474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Indexes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Suppose we create an index on the </a:t>
            </a:r>
            <a:r>
              <a:rPr lang="en-AU" b="1" dirty="0"/>
              <a:t>Employee Id </a:t>
            </a:r>
            <a:r>
              <a:rPr lang="en-AU" dirty="0"/>
              <a:t>of the employee table</a:t>
            </a:r>
            <a:br>
              <a:rPr lang="en-AU" dirty="0"/>
            </a:br>
            <a:r>
              <a:rPr lang="en-AU" dirty="0"/>
              <a:t>The table currently has </a:t>
            </a:r>
            <a:r>
              <a:rPr lang="en-AU" b="1" dirty="0"/>
              <a:t>100,000 records.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Access creates an </a:t>
            </a:r>
            <a:r>
              <a:rPr lang="en-AU" b="1" dirty="0"/>
              <a:t>index</a:t>
            </a:r>
            <a:r>
              <a:rPr lang="en-AU" dirty="0"/>
              <a:t> which stores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	The </a:t>
            </a:r>
            <a:r>
              <a:rPr lang="en-AU" b="1" dirty="0"/>
              <a:t>index value</a:t>
            </a:r>
            <a:r>
              <a:rPr lang="en-AU" dirty="0"/>
              <a:t> (the employee id)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	The </a:t>
            </a:r>
            <a:r>
              <a:rPr lang="en-AU" b="1" dirty="0"/>
              <a:t>location</a:t>
            </a:r>
            <a:r>
              <a:rPr lang="en-AU" dirty="0"/>
              <a:t> of the record within the database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When Access </a:t>
            </a:r>
            <a:r>
              <a:rPr lang="en-AU" b="1" dirty="0"/>
              <a:t>searches</a:t>
            </a:r>
            <a:r>
              <a:rPr lang="en-AU" dirty="0"/>
              <a:t> for an employee id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It quickly finds the employee id in the index (if it exists)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Gets the location of the record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Retrieves the record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/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404863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Primary Key Index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dirty="0"/>
              <a:t>Whenever you create a Primary key, Access automatically creates a </a:t>
            </a:r>
            <a:r>
              <a:rPr lang="en-AU" b="1" dirty="0"/>
              <a:t>Primary Key index.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If you enter a Primary Key value that has already been used by another record, Access displays a </a:t>
            </a:r>
            <a:r>
              <a:rPr lang="en-AU" b="1" dirty="0"/>
              <a:t>Duplicate Primary Key</a:t>
            </a:r>
            <a:r>
              <a:rPr lang="en-AU" dirty="0"/>
              <a:t> error message.</a:t>
            </a:r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 marL="0" indent="0">
              <a:buNone/>
            </a:pPr>
            <a:r>
              <a:rPr lang="en-AU" dirty="0"/>
              <a:t>One of the reasons Access can determine if there is a duplicate primary key so quickly is that the field is </a:t>
            </a:r>
            <a:r>
              <a:rPr lang="en-AU" b="1" dirty="0"/>
              <a:t>indexed</a:t>
            </a:r>
            <a:r>
              <a:rPr lang="en-AU" dirty="0"/>
              <a:t>. Finding a matching key value id simple and quick.</a:t>
            </a:r>
          </a:p>
          <a:p>
            <a:pPr marL="0" indent="0">
              <a:buNone/>
            </a:pPr>
            <a:endParaRPr lang="en-AU" dirty="0"/>
          </a:p>
          <a:p>
            <a:pPr marL="0" indent="0"/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355196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Sequential Record Access</a:t>
            </a:r>
          </a:p>
        </p:txBody>
      </p:sp>
      <p:sp>
        <p:nvSpPr>
          <p:cNvPr id="761861" name="Rectangle 5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/>
        </p:spPr>
        <p:txBody>
          <a:bodyPr>
            <a:normAutofit lnSpcReduction="10000"/>
          </a:bodyPr>
          <a:lstStyle/>
          <a:p>
            <a:pPr marL="0" indent="0">
              <a:lnSpc>
                <a:spcPct val="85000"/>
              </a:lnSpc>
              <a:buSzPct val="45000"/>
              <a:buNone/>
            </a:pPr>
            <a:r>
              <a:rPr lang="en-AU" dirty="0"/>
              <a:t>Read each record one by one from the beginning of the table until the</a:t>
            </a:r>
            <a:br>
              <a:rPr lang="en-AU" dirty="0"/>
            </a:br>
            <a:r>
              <a:rPr lang="en-AU" dirty="0"/>
              <a:t>required record is found.</a:t>
            </a:r>
          </a:p>
          <a:p>
            <a:pPr marL="381000" indent="-381000">
              <a:lnSpc>
                <a:spcPct val="85000"/>
              </a:lnSpc>
            </a:pPr>
            <a:endParaRPr lang="en-AU" sz="1200" dirty="0"/>
          </a:p>
          <a:p>
            <a:pPr marL="857250" lvl="1" indent="-381000">
              <a:lnSpc>
                <a:spcPct val="85000"/>
              </a:lnSpc>
            </a:pPr>
            <a:r>
              <a:rPr lang="en-AU" dirty="0"/>
              <a:t>The DBMS may have to evaluate 50,000 separate records.</a:t>
            </a:r>
          </a:p>
          <a:p>
            <a:pPr marL="1428750" lvl="2" indent="-381000">
              <a:lnSpc>
                <a:spcPct val="85000"/>
              </a:lnSpc>
            </a:pPr>
            <a:r>
              <a:rPr lang="en-AU" dirty="0"/>
              <a:t>Assume that each record is very large.</a:t>
            </a:r>
          </a:p>
          <a:p>
            <a:pPr marL="1428750" lvl="2" indent="-381000">
              <a:lnSpc>
                <a:spcPct val="85000"/>
              </a:lnSpc>
            </a:pPr>
            <a:r>
              <a:rPr lang="en-AU" dirty="0"/>
              <a:t>Assume each evaluation requires one disk I/O. *</a:t>
            </a:r>
          </a:p>
          <a:p>
            <a:pPr marL="1428750" lvl="2" indent="-381000">
              <a:lnSpc>
                <a:spcPct val="85000"/>
              </a:lnSpc>
            </a:pPr>
            <a:r>
              <a:rPr lang="en-AU" dirty="0"/>
              <a:t>Disk I/O is the slowest computer activity. </a:t>
            </a:r>
          </a:p>
          <a:p>
            <a:pPr marL="381000" indent="-381000">
              <a:lnSpc>
                <a:spcPct val="85000"/>
              </a:lnSpc>
            </a:pPr>
            <a:endParaRPr lang="en-AU" sz="1200" dirty="0"/>
          </a:p>
          <a:p>
            <a:pPr marL="857250" lvl="1" indent="-381000">
              <a:lnSpc>
                <a:spcPct val="85000"/>
              </a:lnSpc>
            </a:pPr>
            <a:r>
              <a:rPr lang="en-AU" dirty="0"/>
              <a:t>On </a:t>
            </a:r>
            <a:r>
              <a:rPr lang="en-AU" u="sng" dirty="0"/>
              <a:t>average</a:t>
            </a:r>
            <a:r>
              <a:rPr lang="en-AU" dirty="0"/>
              <a:t>, a search for an employee will require 25,000 disk I/</a:t>
            </a:r>
            <a:r>
              <a:rPr lang="en-AU" dirty="0" err="1"/>
              <a:t>Os</a:t>
            </a:r>
            <a:r>
              <a:rPr lang="en-AU" dirty="0"/>
              <a:t>.</a:t>
            </a:r>
          </a:p>
          <a:p>
            <a:pPr marL="381000" indent="-381000">
              <a:lnSpc>
                <a:spcPct val="85000"/>
              </a:lnSpc>
            </a:pPr>
            <a:endParaRPr lang="en-AU" sz="1200" dirty="0"/>
          </a:p>
          <a:p>
            <a:pPr marL="857250" lvl="1" indent="-381000">
              <a:lnSpc>
                <a:spcPct val="85000"/>
              </a:lnSpc>
            </a:pPr>
            <a:r>
              <a:rPr lang="en-AU" i="1" dirty="0"/>
              <a:t>* - In reality, a DBMS will read records as </a:t>
            </a:r>
            <a:r>
              <a:rPr lang="en-AU" b="1" i="1" dirty="0"/>
              <a:t>blocks</a:t>
            </a:r>
            <a:r>
              <a:rPr lang="en-AU" i="1" dirty="0"/>
              <a:t> of data (e.g. 2K). </a:t>
            </a:r>
            <a:br>
              <a:rPr lang="en-AU" i="1" dirty="0"/>
            </a:br>
            <a:r>
              <a:rPr lang="en-AU" i="1" dirty="0"/>
              <a:t>    Therefore many records can be read into memory </a:t>
            </a:r>
            <a:br>
              <a:rPr lang="en-AU" i="1" dirty="0"/>
            </a:br>
            <a:r>
              <a:rPr lang="en-AU" i="1" dirty="0"/>
              <a:t>    with a single disk I/O</a:t>
            </a:r>
          </a:p>
        </p:txBody>
      </p:sp>
    </p:spTree>
    <p:extLst>
      <p:ext uri="{BB962C8B-B14F-4D97-AF65-F5344CB8AC3E}">
        <p14:creationId xmlns:p14="http://schemas.microsoft.com/office/powerpoint/2010/main" val="8589273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Inserting data into a simple Index</a:t>
            </a:r>
          </a:p>
        </p:txBody>
      </p:sp>
      <p:sp>
        <p:nvSpPr>
          <p:cNvPr id="76390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b="1" dirty="0"/>
          </a:p>
        </p:txBody>
      </p:sp>
      <p:sp>
        <p:nvSpPr>
          <p:cNvPr id="763909" name="Rectangle 5"/>
          <p:cNvSpPr>
            <a:spLocks noChangeArrowheads="1"/>
          </p:cNvSpPr>
          <p:nvPr/>
        </p:nvSpPr>
        <p:spPr bwMode="auto">
          <a:xfrm>
            <a:off x="753036" y="836613"/>
            <a:ext cx="9719704" cy="557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a table has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Primary Key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based on that Primary Key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automatically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created.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each row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 DBMS automatically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search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 location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information into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file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1</a:t>
            </a:r>
            <a:r>
              <a:rPr kumimoji="0" lang="en-AU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row. Employee 109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 is inserted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into the Employee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search key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 location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added to the PK index</a:t>
            </a:r>
          </a:p>
          <a:p>
            <a:pPr marL="273050" marR="0" lvl="0" indent="-273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73050" marR="0" lvl="0" indent="-273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73050" marR="0" lvl="0" indent="-273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3910" name="Text Box 6"/>
          <p:cNvSpPr txBox="1">
            <a:spLocks noChangeArrowheads="1"/>
          </p:cNvSpPr>
          <p:nvPr/>
        </p:nvSpPr>
        <p:spPr bwMode="auto">
          <a:xfrm>
            <a:off x="9346080" y="5059623"/>
            <a:ext cx="753027" cy="40011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Index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763911" name="Text Box 7"/>
          <p:cNvSpPr txBox="1">
            <a:spLocks noChangeArrowheads="1"/>
          </p:cNvSpPr>
          <p:nvPr/>
        </p:nvSpPr>
        <p:spPr bwMode="auto">
          <a:xfrm>
            <a:off x="1713380" y="5059624"/>
            <a:ext cx="739775" cy="409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Table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graphicFrame>
        <p:nvGraphicFramePr>
          <p:cNvPr id="763912" name="Group 8"/>
          <p:cNvGraphicFramePr>
            <a:graphicFrameLocks noGrp="1"/>
          </p:cNvGraphicFramePr>
          <p:nvPr/>
        </p:nvGraphicFramePr>
        <p:xfrm>
          <a:off x="1784817" y="5419986"/>
          <a:ext cx="5435600" cy="566928"/>
        </p:xfrm>
        <a:graphic>
          <a:graphicData uri="http://schemas.openxmlformats.org/drawingml/2006/table">
            <a:tbl>
              <a:tblPr/>
              <a:tblGrid>
                <a:gridCol w="1001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EmpId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Dept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Bronwyn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Harris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3927" name="Group 23"/>
          <p:cNvGraphicFramePr>
            <a:graphicFrameLocks noGrp="1"/>
          </p:cNvGraphicFramePr>
          <p:nvPr/>
        </p:nvGraphicFramePr>
        <p:xfrm>
          <a:off x="8049091" y="5419986"/>
          <a:ext cx="2050015" cy="566928"/>
        </p:xfrm>
        <a:graphic>
          <a:graphicData uri="http://schemas.openxmlformats.org/drawingml/2006/table">
            <a:tbl>
              <a:tblPr/>
              <a:tblGrid>
                <a:gridCol w="1065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A30A82-406B-4281-8362-2777665B44B9}"/>
                  </a:ext>
                </a:extLst>
              </p14:cNvPr>
              <p14:cNvContentPartPr/>
              <p14:nvPr/>
            </p14:nvContentPartPr>
            <p14:xfrm>
              <a:off x="7867080" y="4652280"/>
              <a:ext cx="2849040" cy="1839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A30A82-406B-4281-8362-2777665B44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1240" y="4588920"/>
                <a:ext cx="2880360" cy="19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A08600-786E-4CF9-890D-04ED16CADBCA}"/>
                  </a:ext>
                </a:extLst>
              </p14:cNvPr>
              <p14:cNvContentPartPr/>
              <p14:nvPr/>
            </p14:nvContentPartPr>
            <p14:xfrm>
              <a:off x="2750400" y="5072040"/>
              <a:ext cx="4447440" cy="122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A08600-786E-4CF9-890D-04ED16CADB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4560" y="5008680"/>
                <a:ext cx="4478760" cy="13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9CB87C-5554-4CF6-851D-003BA44EFC1B}"/>
                  </a:ext>
                </a:extLst>
              </p14:cNvPr>
              <p14:cNvContentPartPr/>
              <p14:nvPr/>
            </p14:nvContentPartPr>
            <p14:xfrm>
              <a:off x="1321560" y="4830840"/>
              <a:ext cx="1536120" cy="127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9CB87C-5554-4CF6-851D-003BA44EFC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05720" y="4767480"/>
                <a:ext cx="1567440" cy="140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1054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Inserting data into a simple Index</a:t>
            </a:r>
          </a:p>
        </p:txBody>
      </p:sp>
      <p:sp>
        <p:nvSpPr>
          <p:cNvPr id="764932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b="1" dirty="0"/>
          </a:p>
        </p:txBody>
      </p:sp>
      <p:sp>
        <p:nvSpPr>
          <p:cNvPr id="764933" name="Rectangle 5"/>
          <p:cNvSpPr>
            <a:spLocks noChangeArrowheads="1"/>
          </p:cNvSpPr>
          <p:nvPr/>
        </p:nvSpPr>
        <p:spPr bwMode="auto">
          <a:xfrm>
            <a:off x="609600" y="836613"/>
            <a:ext cx="9863139" cy="557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2</a:t>
            </a:r>
            <a:r>
              <a:rPr kumimoji="0" lang="en-AU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row. Employee 13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row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into the Employee table.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row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the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search key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 location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added to the PK index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PK Index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automatically maintained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PK sequence</a:t>
            </a:r>
          </a:p>
          <a:p>
            <a:pPr marL="273050" marR="0" lvl="0" indent="-273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73050" marR="0" lvl="0" indent="-273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4934" name="Text Box 6"/>
          <p:cNvSpPr txBox="1">
            <a:spLocks noChangeArrowheads="1"/>
          </p:cNvSpPr>
          <p:nvPr/>
        </p:nvSpPr>
        <p:spPr bwMode="auto">
          <a:xfrm>
            <a:off x="9181230" y="4111374"/>
            <a:ext cx="753027" cy="40011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Index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764935" name="Text Box 7"/>
          <p:cNvSpPr txBox="1">
            <a:spLocks noChangeArrowheads="1"/>
          </p:cNvSpPr>
          <p:nvPr/>
        </p:nvSpPr>
        <p:spPr bwMode="auto">
          <a:xfrm>
            <a:off x="1548530" y="4111375"/>
            <a:ext cx="739775" cy="409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Table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graphicFrame>
        <p:nvGraphicFramePr>
          <p:cNvPr id="764936" name="Group 8"/>
          <p:cNvGraphicFramePr>
            <a:graphicFrameLocks noGrp="1"/>
          </p:cNvGraphicFramePr>
          <p:nvPr/>
        </p:nvGraphicFramePr>
        <p:xfrm>
          <a:off x="7812805" y="4543175"/>
          <a:ext cx="1936313" cy="870141"/>
        </p:xfrm>
        <a:graphic>
          <a:graphicData uri="http://schemas.openxmlformats.org/drawingml/2006/table">
            <a:tbl>
              <a:tblPr/>
              <a:tblGrid>
                <a:gridCol w="1008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64947" name="Group 19"/>
          <p:cNvGraphicFramePr>
            <a:graphicFrameLocks noGrp="1"/>
          </p:cNvGraphicFramePr>
          <p:nvPr/>
        </p:nvGraphicFramePr>
        <p:xfrm>
          <a:off x="1835868" y="4543175"/>
          <a:ext cx="5508625" cy="909639"/>
        </p:xfrm>
        <a:graphic>
          <a:graphicData uri="http://schemas.openxmlformats.org/drawingml/2006/table">
            <a:tbl>
              <a:tblPr/>
              <a:tblGrid>
                <a:gridCol w="101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EmpId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Dept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Bronwyn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Harris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Dave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Rigg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117022-0E5F-4A41-9539-50AD6796434E}"/>
                  </a:ext>
                </a:extLst>
              </p14:cNvPr>
              <p14:cNvContentPartPr/>
              <p14:nvPr/>
            </p14:nvContentPartPr>
            <p14:xfrm>
              <a:off x="2955600" y="5250600"/>
              <a:ext cx="3697200" cy="11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117022-0E5F-4A41-9539-50AD679643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9760" y="5187240"/>
                <a:ext cx="37285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000ACE-141A-47A1-B01B-CE96D1851A93}"/>
                  </a:ext>
                </a:extLst>
              </p14:cNvPr>
              <p14:cNvContentPartPr/>
              <p14:nvPr/>
            </p14:nvContentPartPr>
            <p14:xfrm>
              <a:off x="2795040" y="5045400"/>
              <a:ext cx="714600" cy="527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000ACE-141A-47A1-B01B-CE96D1851A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9200" y="4982040"/>
                <a:ext cx="74592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661830-9837-4A7C-87B3-AE2D5586DB4D}"/>
                  </a:ext>
                </a:extLst>
              </p14:cNvPr>
              <p14:cNvContentPartPr/>
              <p14:nvPr/>
            </p14:nvContentPartPr>
            <p14:xfrm>
              <a:off x="7813440" y="4822200"/>
              <a:ext cx="509400" cy="187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661830-9837-4A7C-87B3-AE2D5586DB4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97600" y="4758840"/>
                <a:ext cx="54072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AD5823-9012-4D8D-8996-8F231D90BEFA}"/>
                  </a:ext>
                </a:extLst>
              </p14:cNvPr>
              <p14:cNvContentPartPr/>
              <p14:nvPr/>
            </p14:nvContentPartPr>
            <p14:xfrm>
              <a:off x="7697520" y="5081040"/>
              <a:ext cx="660960" cy="294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AD5823-9012-4D8D-8996-8F231D90BE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81680" y="5017680"/>
                <a:ext cx="69228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07D674-410E-4149-93DC-06375F218E17}"/>
                  </a:ext>
                </a:extLst>
              </p14:cNvPr>
              <p14:cNvContentPartPr/>
              <p14:nvPr/>
            </p14:nvContentPartPr>
            <p14:xfrm>
              <a:off x="9224280" y="4938120"/>
              <a:ext cx="2325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07D674-410E-4149-93DC-06375F218E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08440" y="4874760"/>
                <a:ext cx="2638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DC7AB8-BC50-4C7C-B929-DC7567445D50}"/>
                  </a:ext>
                </a:extLst>
              </p14:cNvPr>
              <p14:cNvContentPartPr/>
              <p14:nvPr/>
            </p14:nvContentPartPr>
            <p14:xfrm>
              <a:off x="9340560" y="5268600"/>
              <a:ext cx="1789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DC7AB8-BC50-4C7C-B929-DC7567445D5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24720" y="5205240"/>
                <a:ext cx="2102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F5E6234-0304-4D68-8997-6FE715EF4ACF}"/>
                  </a:ext>
                </a:extLst>
              </p14:cNvPr>
              <p14:cNvContentPartPr/>
              <p14:nvPr/>
            </p14:nvContentPartPr>
            <p14:xfrm>
              <a:off x="7474320" y="3911040"/>
              <a:ext cx="3402360" cy="187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F5E6234-0304-4D68-8997-6FE715EF4A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58480" y="3847680"/>
                <a:ext cx="3433680" cy="20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45608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Inserting data into a simple Index</a:t>
            </a:r>
          </a:p>
        </p:txBody>
      </p:sp>
      <p:sp>
        <p:nvSpPr>
          <p:cNvPr id="765956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b="1" dirty="0"/>
          </a:p>
        </p:txBody>
      </p:sp>
      <p:sp>
        <p:nvSpPr>
          <p:cNvPr id="765957" name="Rectangle 5"/>
          <p:cNvSpPr>
            <a:spLocks noChangeArrowheads="1"/>
          </p:cNvSpPr>
          <p:nvPr/>
        </p:nvSpPr>
        <p:spPr bwMode="auto">
          <a:xfrm>
            <a:off x="726142" y="836613"/>
            <a:ext cx="9746598" cy="557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3</a:t>
            </a:r>
            <a:r>
              <a:rPr kumimoji="0" lang="en-AU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row. Employee 27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row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into the Employee table.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row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the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search key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 location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added to the PK index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PK Index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automatically maintained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PK sequence</a:t>
            </a:r>
          </a:p>
          <a:p>
            <a:pPr marL="273050" marR="0" lvl="0" indent="-273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73050" marR="0" lvl="0" indent="-273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5958" name="Text Box 6"/>
          <p:cNvSpPr txBox="1">
            <a:spLocks noChangeArrowheads="1"/>
          </p:cNvSpPr>
          <p:nvPr/>
        </p:nvSpPr>
        <p:spPr bwMode="auto">
          <a:xfrm>
            <a:off x="9362205" y="3788149"/>
            <a:ext cx="753027" cy="40011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Index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765959" name="Text Box 7"/>
          <p:cNvSpPr txBox="1">
            <a:spLocks noChangeArrowheads="1"/>
          </p:cNvSpPr>
          <p:nvPr/>
        </p:nvSpPr>
        <p:spPr bwMode="auto">
          <a:xfrm>
            <a:off x="1729505" y="3788150"/>
            <a:ext cx="739775" cy="409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Table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graphicFrame>
        <p:nvGraphicFramePr>
          <p:cNvPr id="765960" name="Group 8"/>
          <p:cNvGraphicFramePr>
            <a:graphicFrameLocks noGrp="1"/>
          </p:cNvGraphicFramePr>
          <p:nvPr/>
        </p:nvGraphicFramePr>
        <p:xfrm>
          <a:off x="1729504" y="4219949"/>
          <a:ext cx="5614988" cy="1133856"/>
        </p:xfrm>
        <a:graphic>
          <a:graphicData uri="http://schemas.openxmlformats.org/drawingml/2006/table">
            <a:tbl>
              <a:tblPr/>
              <a:tblGrid>
                <a:gridCol w="103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EmpId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Dept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Bronwyn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Harris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Dave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Rigg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Debra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Shaddock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65986" name="Group 34"/>
          <p:cNvGraphicFramePr>
            <a:graphicFrameLocks noGrp="1"/>
          </p:cNvGraphicFramePr>
          <p:nvPr/>
        </p:nvGraphicFramePr>
        <p:xfrm>
          <a:off x="8282705" y="4219949"/>
          <a:ext cx="2190035" cy="1133856"/>
        </p:xfrm>
        <a:graphic>
          <a:graphicData uri="http://schemas.openxmlformats.org/drawingml/2006/table">
            <a:tbl>
              <a:tblPr/>
              <a:tblGrid>
                <a:gridCol w="114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43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683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The Index</a:t>
            </a:r>
          </a:p>
        </p:txBody>
      </p:sp>
      <p:sp>
        <p:nvSpPr>
          <p:cNvPr id="766980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b="1" dirty="0"/>
          </a:p>
        </p:txBody>
      </p:sp>
      <p:graphicFrame>
        <p:nvGraphicFramePr>
          <p:cNvPr id="766981" name="Group 5"/>
          <p:cNvGraphicFramePr>
            <a:graphicFrameLocks noGrp="1"/>
          </p:cNvGraphicFramePr>
          <p:nvPr/>
        </p:nvGraphicFramePr>
        <p:xfrm>
          <a:off x="4079876" y="2636838"/>
          <a:ext cx="6335713" cy="3968496"/>
        </p:xfrm>
        <a:graphic>
          <a:graphicData uri="http://schemas.openxmlformats.org/drawingml/2006/table">
            <a:tbl>
              <a:tblPr/>
              <a:tblGrid>
                <a:gridCol w="116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EmpId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Dept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Bronwyn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Harris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Dave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Rigg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Debra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Shaddock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Black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Karen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Charles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Lisa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Church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Naomi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Allen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Nick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Taylor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Peter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Mills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Steve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Avery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Susan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Armstrong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Terry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Ymer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Tim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Wade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67056" name="Group 80"/>
          <p:cNvGraphicFramePr>
            <a:graphicFrameLocks noGrp="1"/>
          </p:cNvGraphicFramePr>
          <p:nvPr/>
        </p:nvGraphicFramePr>
        <p:xfrm>
          <a:off x="1774826" y="2636838"/>
          <a:ext cx="1871663" cy="3968496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67089" name="Rectangle 113"/>
          <p:cNvSpPr>
            <a:spLocks noChangeArrowheads="1"/>
          </p:cNvSpPr>
          <p:nvPr/>
        </p:nvSpPr>
        <p:spPr bwMode="auto">
          <a:xfrm>
            <a:off x="806824" y="836613"/>
            <a:ext cx="9483351" cy="154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Obviously, the Index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much smaller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than the table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Searching the index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quicker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than sequentially searching the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Index is in key sequence. This makes searching quick.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6285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Searching the Index</a:t>
            </a:r>
          </a:p>
        </p:txBody>
      </p:sp>
      <p:sp>
        <p:nvSpPr>
          <p:cNvPr id="76800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 b="1"/>
          </a:p>
        </p:txBody>
      </p:sp>
      <p:graphicFrame>
        <p:nvGraphicFramePr>
          <p:cNvPr id="768005" name="Group 5"/>
          <p:cNvGraphicFramePr>
            <a:graphicFrameLocks noGrp="1"/>
          </p:cNvGraphicFramePr>
          <p:nvPr/>
        </p:nvGraphicFramePr>
        <p:xfrm>
          <a:off x="8834063" y="996421"/>
          <a:ext cx="2456371" cy="4864608"/>
        </p:xfrm>
        <a:graphic>
          <a:graphicData uri="http://schemas.openxmlformats.org/drawingml/2006/table">
            <a:tbl>
              <a:tblPr/>
              <a:tblGrid>
                <a:gridCol w="1229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68038" name="Rectangle 38"/>
          <p:cNvSpPr>
            <a:spLocks noChangeArrowheads="1"/>
          </p:cNvSpPr>
          <p:nvPr/>
        </p:nvSpPr>
        <p:spPr bwMode="auto">
          <a:xfrm>
            <a:off x="609600" y="836613"/>
            <a:ext cx="8080001" cy="52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Locating the row for employee 289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quicker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using the index.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RDBMS may use a search method on the index such as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 Search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Binary Search continues 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 the index in half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until a match is/is not found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at the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middle</a:t>
            </a:r>
            <a:r>
              <a:rPr kumimoji="0" lang="en-AU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value being searched for is either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current key value  OR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key value higher in the list   OR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key value lower in the list   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least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half of the key values are eliminated.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eliminated values do not need to be searched</a:t>
            </a:r>
          </a:p>
        </p:txBody>
      </p:sp>
      <p:sp>
        <p:nvSpPr>
          <p:cNvPr id="768039" name="Rectangle 39"/>
          <p:cNvSpPr>
            <a:spLocks noChangeArrowheads="1"/>
          </p:cNvSpPr>
          <p:nvPr/>
        </p:nvSpPr>
        <p:spPr bwMode="auto">
          <a:xfrm>
            <a:off x="8689602" y="3372909"/>
            <a:ext cx="2447925" cy="360362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477871" y="3267635"/>
            <a:ext cx="4034117" cy="33617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644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Searching the Index</a:t>
            </a:r>
          </a:p>
        </p:txBody>
      </p:sp>
      <p:sp>
        <p:nvSpPr>
          <p:cNvPr id="769028" name="Rectangle 4"/>
          <p:cNvSpPr>
            <a:spLocks noGrp="1" noChangeArrowheads="1"/>
          </p:cNvSpPr>
          <p:nvPr>
            <p:ph idx="1"/>
          </p:nvPr>
        </p:nvSpPr>
        <p:spPr>
          <a:xfrm>
            <a:off x="669412" y="1086806"/>
            <a:ext cx="10680834" cy="3917482"/>
          </a:xfrm>
          <a:noFill/>
          <a:ln/>
        </p:spPr>
        <p:txBody>
          <a:bodyPr/>
          <a:lstStyle/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b="1" dirty="0"/>
          </a:p>
        </p:txBody>
      </p:sp>
      <p:graphicFrame>
        <p:nvGraphicFramePr>
          <p:cNvPr id="769029" name="Group 5"/>
          <p:cNvGraphicFramePr>
            <a:graphicFrameLocks noGrp="1"/>
          </p:cNvGraphicFramePr>
          <p:nvPr/>
        </p:nvGraphicFramePr>
        <p:xfrm>
          <a:off x="8040687" y="908050"/>
          <a:ext cx="2423088" cy="4864608"/>
        </p:xfrm>
        <a:graphic>
          <a:graphicData uri="http://schemas.openxmlformats.org/drawingml/2006/table">
            <a:tbl>
              <a:tblPr/>
              <a:tblGrid>
                <a:gridCol w="121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69062" name="Rectangle 38"/>
          <p:cNvSpPr>
            <a:spLocks noChangeArrowheads="1"/>
          </p:cNvSpPr>
          <p:nvPr/>
        </p:nvSpPr>
        <p:spPr bwMode="auto">
          <a:xfrm>
            <a:off x="609600" y="836613"/>
            <a:ext cx="7358063" cy="52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the remaining key values,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examine the new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middle</a:t>
            </a:r>
            <a:r>
              <a:rPr kumimoji="0" lang="en-AU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value being searched for is either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current key value OR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key value higher in the list   OR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key value lower in the list   OR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Again,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half of the keys are eliminated.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9063" name="Rectangle 39"/>
          <p:cNvSpPr>
            <a:spLocks noChangeArrowheads="1"/>
          </p:cNvSpPr>
          <p:nvPr/>
        </p:nvSpPr>
        <p:spPr bwMode="auto">
          <a:xfrm>
            <a:off x="7824789" y="4365626"/>
            <a:ext cx="2447925" cy="360363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9064" name="Rectangle 40"/>
          <p:cNvSpPr>
            <a:spLocks noChangeArrowheads="1"/>
          </p:cNvSpPr>
          <p:nvPr/>
        </p:nvSpPr>
        <p:spPr bwMode="auto">
          <a:xfrm>
            <a:off x="7896226" y="1268414"/>
            <a:ext cx="2376488" cy="2376487"/>
          </a:xfrm>
          <a:prstGeom prst="rect">
            <a:avLst/>
          </a:prstGeom>
          <a:solidFill>
            <a:schemeClr val="bg2">
              <a:alpha val="45000"/>
            </a:scheme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163671" y="1492624"/>
            <a:ext cx="2541494" cy="28730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757679" y="2271991"/>
            <a:ext cx="118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eliminated</a:t>
            </a:r>
          </a:p>
        </p:txBody>
      </p:sp>
      <p:sp>
        <p:nvSpPr>
          <p:cNvPr id="5" name="Right Brace 4"/>
          <p:cNvSpPr/>
          <p:nvPr/>
        </p:nvSpPr>
        <p:spPr>
          <a:xfrm>
            <a:off x="10381720" y="1247219"/>
            <a:ext cx="375959" cy="2376487"/>
          </a:xfrm>
          <a:prstGeom prst="rightBrace">
            <a:avLst/>
          </a:prstGeom>
          <a:ln>
            <a:solidFill>
              <a:srgbClr val="1C0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6499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Searching the Index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 b="1"/>
          </a:p>
        </p:txBody>
      </p:sp>
      <p:graphicFrame>
        <p:nvGraphicFramePr>
          <p:cNvPr id="770052" name="Group 4"/>
          <p:cNvGraphicFramePr>
            <a:graphicFrameLocks noGrp="1"/>
          </p:cNvGraphicFramePr>
          <p:nvPr/>
        </p:nvGraphicFramePr>
        <p:xfrm>
          <a:off x="4079876" y="2060575"/>
          <a:ext cx="6335713" cy="3968496"/>
        </p:xfrm>
        <a:graphic>
          <a:graphicData uri="http://schemas.openxmlformats.org/drawingml/2006/table">
            <a:tbl>
              <a:tblPr/>
              <a:tblGrid>
                <a:gridCol w="116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EmpId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Dept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Bronwyn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Harris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Dave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Rigg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Debra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Shaddock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Black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Karen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Charles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Lisa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Church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Naomi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Allen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Nick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Taylor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Peter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Mills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Mktg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Steve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Avery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IT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Susan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Armstrong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Terry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Ymer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Tim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Wade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Admin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70127" name="Group 79"/>
          <p:cNvGraphicFramePr>
            <a:graphicFrameLocks noGrp="1"/>
          </p:cNvGraphicFramePr>
          <p:nvPr/>
        </p:nvGraphicFramePr>
        <p:xfrm>
          <a:off x="1703388" y="2060575"/>
          <a:ext cx="1871662" cy="3968496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70160" name="Rectangle 112"/>
          <p:cNvSpPr>
            <a:spLocks noChangeArrowheads="1"/>
          </p:cNvSpPr>
          <p:nvPr/>
        </p:nvSpPr>
        <p:spPr bwMode="auto">
          <a:xfrm>
            <a:off x="609600" y="836613"/>
            <a:ext cx="10972800" cy="52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Once a match has been found, the RDBMS can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quickly retrieve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appropriate record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0161" name="Rectangle 113"/>
          <p:cNvSpPr>
            <a:spLocks noChangeArrowheads="1"/>
          </p:cNvSpPr>
          <p:nvPr/>
        </p:nvSpPr>
        <p:spPr bwMode="auto">
          <a:xfrm>
            <a:off x="1631951" y="5445126"/>
            <a:ext cx="2016125" cy="288925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0162" name="Rectangle 114"/>
          <p:cNvSpPr>
            <a:spLocks noChangeArrowheads="1"/>
          </p:cNvSpPr>
          <p:nvPr/>
        </p:nvSpPr>
        <p:spPr bwMode="auto">
          <a:xfrm>
            <a:off x="4008439" y="5157789"/>
            <a:ext cx="6480175" cy="288925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9861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Searching the Index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dirty="0"/>
          </a:p>
          <a:p>
            <a:pPr marL="0" indent="0"/>
            <a:endParaRPr lang="en-AU" sz="2000" b="1" dirty="0"/>
          </a:p>
        </p:txBody>
      </p:sp>
      <p:graphicFrame>
        <p:nvGraphicFramePr>
          <p:cNvPr id="770127" name="Group 79"/>
          <p:cNvGraphicFramePr>
            <a:graphicFrameLocks noGrp="1"/>
          </p:cNvGraphicFramePr>
          <p:nvPr/>
        </p:nvGraphicFramePr>
        <p:xfrm>
          <a:off x="9247188" y="1632587"/>
          <a:ext cx="2586224" cy="3968496"/>
        </p:xfrm>
        <a:graphic>
          <a:graphicData uri="http://schemas.openxmlformats.org/drawingml/2006/table">
            <a:tbl>
              <a:tblPr/>
              <a:tblGrid>
                <a:gridCol w="12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RowLoc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97,491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       18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43,292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 6,390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     431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72,103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83,242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12,378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36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70,231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     383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  2,834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79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27,844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84,234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70160" name="Rectangle 112"/>
          <p:cNvSpPr>
            <a:spLocks noChangeArrowheads="1"/>
          </p:cNvSpPr>
          <p:nvPr/>
        </p:nvSpPr>
        <p:spPr bwMode="auto">
          <a:xfrm>
            <a:off x="609600" y="836613"/>
            <a:ext cx="11223812" cy="52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that you want 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publish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all 100,000 employees in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Employee ID sequence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database will jump from location to location to retrieve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 in the correct sequence.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Employee 4 is at location 97,491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Employee 5 is at location 18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Employee 7 is at location 43,292 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RDBMS is doing a large amount of work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the table was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indexed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would the RDBMS find the employee with the lowest ID?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would the RDBMS find the next lowest ID? …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would be very, very slow.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(In reality, RDBMS are very quick at processing records. If a table only has a few thousand rows, the speed of using an index or using a sequential search will almost be identical.)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1712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Advantages of using an Index</a:t>
            </a:r>
          </a:p>
        </p:txBody>
      </p:sp>
      <p:sp>
        <p:nvSpPr>
          <p:cNvPr id="771076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 fontScale="92500" lnSpcReduction="20000"/>
          </a:bodyPr>
          <a:lstStyle/>
          <a:p>
            <a:pPr marL="0" indent="0">
              <a:buSzPct val="45000"/>
              <a:buNone/>
            </a:pPr>
            <a:r>
              <a:rPr lang="en-AU" dirty="0"/>
              <a:t>Using an index is a </a:t>
            </a:r>
            <a:r>
              <a:rPr lang="en-AU" b="1" dirty="0"/>
              <a:t>quick method</a:t>
            </a:r>
            <a:r>
              <a:rPr lang="en-AU" dirty="0"/>
              <a:t> to locate rows.</a:t>
            </a:r>
          </a:p>
          <a:p>
            <a:pPr marL="0" indent="0">
              <a:buSzPct val="45000"/>
              <a:buNone/>
            </a:pPr>
            <a:endParaRPr lang="en-AU" dirty="0"/>
          </a:p>
          <a:p>
            <a:pPr marL="0" indent="0">
              <a:buSzPct val="45000"/>
              <a:buNone/>
            </a:pPr>
            <a:r>
              <a:rPr lang="en-AU" dirty="0"/>
              <a:t>Large portions of the index (or the entire index) may be read into the computer's </a:t>
            </a:r>
            <a:r>
              <a:rPr lang="en-AU" b="1" dirty="0"/>
              <a:t>memory</a:t>
            </a:r>
            <a:r>
              <a:rPr lang="en-AU" dirty="0"/>
              <a:t> at once before searching for rows in a table. </a:t>
            </a:r>
          </a:p>
          <a:p>
            <a:pPr marL="0" indent="0">
              <a:buSzPct val="45000"/>
              <a:buNone/>
            </a:pPr>
            <a:r>
              <a:rPr lang="en-AU" b="1" dirty="0"/>
              <a:t>Fewer disk I/</a:t>
            </a:r>
            <a:r>
              <a:rPr lang="en-AU" b="1" dirty="0" err="1"/>
              <a:t>Os</a:t>
            </a:r>
            <a:r>
              <a:rPr lang="en-AU" dirty="0"/>
              <a:t> (input/outputs – the slowest function of a computer). </a:t>
            </a:r>
          </a:p>
          <a:p>
            <a:pPr marL="703263" lvl="1" indent="-342900">
              <a:buSzPct val="45000"/>
            </a:pPr>
            <a:r>
              <a:rPr lang="en-AU" dirty="0"/>
              <a:t>This reduces the number of disk I/</a:t>
            </a:r>
            <a:r>
              <a:rPr lang="en-AU" dirty="0" err="1"/>
              <a:t>Os</a:t>
            </a:r>
            <a:r>
              <a:rPr lang="en-AU" dirty="0"/>
              <a:t> required to read table rows</a:t>
            </a:r>
          </a:p>
          <a:p>
            <a:pPr marL="703263" lvl="1" indent="-342900">
              <a:buSzPct val="45000"/>
            </a:pPr>
            <a:r>
              <a:rPr lang="en-AU" dirty="0"/>
              <a:t>This </a:t>
            </a:r>
            <a:r>
              <a:rPr lang="en-AU" b="1" dirty="0"/>
              <a:t>speeds up retrieval time</a:t>
            </a:r>
          </a:p>
          <a:p>
            <a:pPr marL="0" indent="0">
              <a:buSzPct val="45000"/>
              <a:buNone/>
            </a:pPr>
            <a:endParaRPr lang="en-AU" dirty="0"/>
          </a:p>
          <a:p>
            <a:pPr marL="0" indent="0">
              <a:buSzPct val="45000"/>
              <a:buNone/>
            </a:pPr>
            <a:r>
              <a:rPr lang="en-AU" dirty="0"/>
              <a:t>In the above example, finding employee 289 took </a:t>
            </a:r>
            <a:r>
              <a:rPr lang="en-AU" b="1" dirty="0"/>
              <a:t>2 disk I/</a:t>
            </a:r>
            <a:r>
              <a:rPr lang="en-AU" b="1" dirty="0" err="1"/>
              <a:t>Os</a:t>
            </a:r>
            <a:r>
              <a:rPr lang="en-AU" b="1" dirty="0"/>
              <a:t>.</a:t>
            </a:r>
          </a:p>
          <a:p>
            <a:pPr marL="703263" lvl="1" indent="-342900">
              <a:buSzPct val="45000"/>
            </a:pPr>
            <a:r>
              <a:rPr lang="en-AU" dirty="0"/>
              <a:t>	One to read the index into RAM</a:t>
            </a:r>
          </a:p>
          <a:p>
            <a:pPr marL="703263" lvl="1" indent="-342900">
              <a:buSzPct val="45000"/>
            </a:pPr>
            <a:r>
              <a:rPr lang="en-AU" dirty="0"/>
              <a:t>	One to read the 11</a:t>
            </a:r>
            <a:r>
              <a:rPr lang="en-AU" baseline="30000" dirty="0"/>
              <a:t>th</a:t>
            </a:r>
            <a:r>
              <a:rPr lang="en-AU" dirty="0"/>
              <a:t> row in the table. </a:t>
            </a:r>
          </a:p>
          <a:p>
            <a:pPr marL="180975" indent="-180975">
              <a:buSzPct val="45000"/>
            </a:pP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363175-A902-45D3-9DA0-1F2E1DBD58BF}"/>
                  </a:ext>
                </a:extLst>
              </p14:cNvPr>
              <p14:cNvContentPartPr/>
              <p14:nvPr/>
            </p14:nvContentPartPr>
            <p14:xfrm>
              <a:off x="2053800" y="3223440"/>
              <a:ext cx="3232800" cy="27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363175-A902-45D3-9DA0-1F2E1DBD58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7960" y="3160080"/>
                <a:ext cx="326412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41819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information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772100" name="Rectangle 4"/>
          <p:cNvSpPr>
            <a:spLocks noGrp="1" noChangeArrowheads="1"/>
          </p:cNvSpPr>
          <p:nvPr>
            <p:ph idx="1"/>
          </p:nvPr>
        </p:nvSpPr>
        <p:spPr>
          <a:xfrm>
            <a:off x="609599" y="1087655"/>
            <a:ext cx="11465859" cy="3917482"/>
          </a:xfrm>
          <a:noFill/>
          <a:ln/>
        </p:spPr>
        <p:txBody>
          <a:bodyPr/>
          <a:lstStyle/>
          <a:p>
            <a:pPr marL="363538" lvl="1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A </a:t>
            </a:r>
            <a:r>
              <a:rPr lang="en-AU" b="1" dirty="0"/>
              <a:t>binary search</a:t>
            </a:r>
            <a:r>
              <a:rPr lang="en-AU" dirty="0"/>
              <a:t> is only one type of search method available to a DBMS</a:t>
            </a:r>
          </a:p>
          <a:p>
            <a:pPr marL="820738" lvl="3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In reality, far more complex indexing options exist</a:t>
            </a:r>
          </a:p>
          <a:p>
            <a:pPr marL="820738" lvl="3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Most RDBMS may have multiple options / methods of indexing tables</a:t>
            </a:r>
          </a:p>
          <a:p>
            <a:pPr marL="1277938" lvl="4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The option selected often depends on an understanding of the data values that will be stored.</a:t>
            </a:r>
          </a:p>
          <a:p>
            <a:pPr marL="363538" indent="-363538">
              <a:buSzPct val="100000"/>
              <a:buFont typeface="Arial" panose="020B0604020202020204" pitchFamily="34" charset="0"/>
              <a:buChar char="•"/>
            </a:pPr>
            <a:endParaRPr lang="en-AU" sz="1200" dirty="0"/>
          </a:p>
          <a:p>
            <a:pPr marL="363538" indent="-363538">
              <a:buSzPct val="100000"/>
              <a:buFont typeface="Arial" panose="020B0604020202020204" pitchFamily="34" charset="0"/>
              <a:buChar char="•"/>
            </a:pPr>
            <a:endParaRPr lang="en-AU" sz="1200" dirty="0"/>
          </a:p>
          <a:p>
            <a:pPr marL="363538" lvl="1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It is </a:t>
            </a:r>
            <a:r>
              <a:rPr lang="en-AU" b="1" dirty="0"/>
              <a:t>not</a:t>
            </a:r>
            <a:r>
              <a:rPr lang="en-AU" dirty="0"/>
              <a:t> possible to </a:t>
            </a:r>
            <a:r>
              <a:rPr lang="en-AU" b="1" dirty="0"/>
              <a:t>display</a:t>
            </a:r>
            <a:r>
              <a:rPr lang="en-AU" dirty="0"/>
              <a:t> the contents of an index</a:t>
            </a:r>
          </a:p>
          <a:p>
            <a:pPr marL="820738" lvl="3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Indexes may be stored in a non-human readable format and/or  a compressed format to reduce their size and improve search speeds</a:t>
            </a:r>
          </a:p>
          <a:p>
            <a:pPr marL="363538" lvl="1" indent="-363538">
              <a:buSzPct val="100000"/>
              <a:buFont typeface="Arial" panose="020B0604020202020204" pitchFamily="34" charset="0"/>
              <a:buChar char="•"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9800237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information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772100" name="Rectangle 4"/>
          <p:cNvSpPr>
            <a:spLocks noGrp="1" noChangeArrowheads="1"/>
          </p:cNvSpPr>
          <p:nvPr>
            <p:ph idx="1"/>
          </p:nvPr>
        </p:nvSpPr>
        <p:spPr>
          <a:xfrm>
            <a:off x="609599" y="981635"/>
            <a:ext cx="11465859" cy="5536396"/>
          </a:xfrm>
          <a:noFill/>
          <a:ln/>
        </p:spPr>
        <p:txBody>
          <a:bodyPr>
            <a:normAutofit/>
          </a:bodyPr>
          <a:lstStyle/>
          <a:p>
            <a:pPr marL="363538" lvl="1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The index does </a:t>
            </a:r>
            <a:r>
              <a:rPr lang="en-AU" b="1" dirty="0"/>
              <a:t>not</a:t>
            </a:r>
            <a:r>
              <a:rPr lang="en-AU" dirty="0"/>
              <a:t> contain a </a:t>
            </a:r>
            <a:r>
              <a:rPr lang="en-AU" b="1" dirty="0"/>
              <a:t>record number</a:t>
            </a:r>
            <a:r>
              <a:rPr lang="en-AU" dirty="0"/>
              <a:t>. </a:t>
            </a:r>
          </a:p>
          <a:p>
            <a:pPr marL="763588" lvl="2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The record number we see in the datasheet doesn't really exist!</a:t>
            </a:r>
          </a:p>
          <a:p>
            <a:pPr marL="763588" lvl="2" indent="-363538">
              <a:buSzPct val="100000"/>
              <a:buFont typeface="Arial" panose="020B0604020202020204" pitchFamily="34" charset="0"/>
              <a:buChar char="•"/>
            </a:pPr>
            <a:endParaRPr lang="en-AU" sz="1200" dirty="0"/>
          </a:p>
          <a:p>
            <a:pPr marL="800100" lvl="2" indent="-400050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Fred Blogs data may be stored in Record 3. </a:t>
            </a:r>
            <a:br>
              <a:rPr lang="en-AU" dirty="0"/>
            </a:br>
            <a:r>
              <a:rPr lang="en-AU" dirty="0"/>
              <a:t>If Record 1 &amp; 2 are deleted, then Fred becomes Record 1.</a:t>
            </a:r>
          </a:p>
          <a:p>
            <a:pPr marL="800100" lvl="2" indent="-400050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So the Record Number is a poor way of identifying a record</a:t>
            </a:r>
          </a:p>
          <a:p>
            <a:pPr marL="800100" lvl="2" indent="-400050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(That's one reason we use Primary Keys).</a:t>
            </a:r>
          </a:p>
          <a:p>
            <a:pPr marL="800100" lvl="2" indent="-400050">
              <a:buSzPct val="100000"/>
              <a:buFont typeface="Arial" panose="020B0604020202020204" pitchFamily="34" charset="0"/>
              <a:buChar char="•"/>
            </a:pPr>
            <a:endParaRPr lang="en-AU" sz="1100" dirty="0"/>
          </a:p>
          <a:p>
            <a:pPr marL="363538" lvl="1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Instead, the RDBMS uses a </a:t>
            </a:r>
            <a:r>
              <a:rPr lang="en-AU" b="1" dirty="0"/>
              <a:t>physical address</a:t>
            </a:r>
            <a:r>
              <a:rPr lang="en-AU" dirty="0"/>
              <a:t> on disk to specify the location of the record.  This is the value of </a:t>
            </a:r>
            <a:r>
              <a:rPr lang="en-AU" dirty="0" err="1"/>
              <a:t>RowLoc</a:t>
            </a:r>
            <a:r>
              <a:rPr lang="en-AU" dirty="0"/>
              <a:t> in the previous slides</a:t>
            </a:r>
          </a:p>
          <a:p>
            <a:pPr marL="763588" lvl="2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In </a:t>
            </a:r>
            <a:r>
              <a:rPr lang="en-AU" b="1" dirty="0"/>
              <a:t>Oracle RDBMS</a:t>
            </a:r>
            <a:r>
              <a:rPr lang="en-AU" dirty="0"/>
              <a:t> the address is something like </a:t>
            </a:r>
            <a:r>
              <a:rPr lang="en-AU" sz="2000" dirty="0" err="1">
                <a:solidFill>
                  <a:srgbClr val="1C0ECC"/>
                </a:solidFill>
              </a:rPr>
              <a:t>AAAYUzAAEAABIjLAAJ</a:t>
            </a:r>
            <a:endParaRPr lang="en-AU" dirty="0">
              <a:solidFill>
                <a:srgbClr val="1C0ECC"/>
              </a:solidFill>
            </a:endParaRPr>
          </a:p>
          <a:p>
            <a:pPr marL="763588" lvl="2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Access makes it almost </a:t>
            </a:r>
            <a:r>
              <a:rPr lang="en-AU" b="1" dirty="0"/>
              <a:t>impossible</a:t>
            </a:r>
            <a:r>
              <a:rPr lang="en-AU" dirty="0"/>
              <a:t> for you to view the physical address. </a:t>
            </a:r>
          </a:p>
          <a:p>
            <a:pPr marL="363538" lvl="1" indent="-363538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Students studying Database Systems INF20010/60014 learn more</a:t>
            </a:r>
            <a:br>
              <a:rPr lang="en-AU" dirty="0"/>
            </a:br>
            <a:r>
              <a:rPr lang="en-AU" dirty="0"/>
              <a:t>about this topic in the Data Warehousing module.</a:t>
            </a:r>
          </a:p>
        </p:txBody>
      </p:sp>
    </p:spTree>
    <p:extLst>
      <p:ext uri="{BB962C8B-B14F-4D97-AF65-F5344CB8AC3E}">
        <p14:creationId xmlns:p14="http://schemas.microsoft.com/office/powerpoint/2010/main" val="22595255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>
                <a:solidFill>
                  <a:schemeClr val="tx1"/>
                </a:solidFill>
              </a:rPr>
              <a:t>Index Creation</a:t>
            </a:r>
          </a:p>
        </p:txBody>
      </p:sp>
      <p:sp>
        <p:nvSpPr>
          <p:cNvPr id="773124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087655"/>
            <a:ext cx="10704394" cy="5500714"/>
          </a:xfrm>
          <a:noFill/>
          <a:ln/>
        </p:spPr>
        <p:txBody>
          <a:bodyPr>
            <a:normAutofit lnSpcReduction="10000"/>
          </a:bodyPr>
          <a:lstStyle/>
          <a:p>
            <a:pPr marL="0" indent="0">
              <a:buSzPct val="45000"/>
              <a:buNone/>
            </a:pPr>
            <a:r>
              <a:rPr lang="en-AU" dirty="0"/>
              <a:t>It is relatively easy to create an Index.</a:t>
            </a:r>
          </a:p>
          <a:p>
            <a:pPr marL="0" indent="0">
              <a:buSzPct val="45000"/>
              <a:buNone/>
            </a:pPr>
            <a:r>
              <a:rPr lang="en-AU" dirty="0"/>
              <a:t>This is automatic for Primary Keys.</a:t>
            </a:r>
          </a:p>
          <a:p>
            <a:pPr marL="0" indent="0">
              <a:buSzPct val="45000"/>
              <a:buNone/>
            </a:pPr>
            <a:endParaRPr lang="en-AU" dirty="0"/>
          </a:p>
          <a:p>
            <a:pPr marL="0" indent="0">
              <a:buSzPct val="45000"/>
              <a:buNone/>
            </a:pPr>
            <a:r>
              <a:rPr lang="en-AU" dirty="0"/>
              <a:t>Some indexes can have duplicate value.</a:t>
            </a:r>
          </a:p>
          <a:p>
            <a:pPr marL="0" indent="0">
              <a:buSzPct val="45000"/>
              <a:buNone/>
            </a:pPr>
            <a:endParaRPr lang="en-AU" dirty="0"/>
          </a:p>
          <a:p>
            <a:pPr marL="0" indent="0">
              <a:buSzPct val="45000"/>
              <a:buNone/>
            </a:pPr>
            <a:r>
              <a:rPr lang="en-AU" dirty="0"/>
              <a:t>Consider a </a:t>
            </a:r>
            <a:r>
              <a:rPr lang="en-AU" b="1" dirty="0"/>
              <a:t>surname</a:t>
            </a:r>
            <a:r>
              <a:rPr lang="en-AU" dirty="0"/>
              <a:t> field:</a:t>
            </a:r>
          </a:p>
          <a:p>
            <a:pPr marL="703263" lvl="1" indent="-342900">
              <a:buSzPct val="45000"/>
            </a:pPr>
            <a:r>
              <a:rPr lang="en-AU" b="1" dirty="0"/>
              <a:t>Surname</a:t>
            </a:r>
            <a:r>
              <a:rPr lang="en-AU" dirty="0"/>
              <a:t> is not a good Primary Key  (too many people share a surname)</a:t>
            </a:r>
          </a:p>
          <a:p>
            <a:pPr marL="703263" lvl="1" indent="-342900">
              <a:buSzPct val="45000"/>
            </a:pPr>
            <a:r>
              <a:rPr lang="en-AU" dirty="0"/>
              <a:t>However it </a:t>
            </a:r>
            <a:r>
              <a:rPr lang="en-AU" b="1" dirty="0"/>
              <a:t>makes sense</a:t>
            </a:r>
            <a:r>
              <a:rPr lang="en-AU" dirty="0"/>
              <a:t> to create an index on surname</a:t>
            </a:r>
          </a:p>
          <a:p>
            <a:pPr marL="1103313" lvl="2" indent="-342900">
              <a:buSzPct val="45000"/>
            </a:pPr>
            <a:r>
              <a:rPr lang="en-AU" dirty="0"/>
              <a:t>A surname is often searched for  or  reports are required in surname sequence</a:t>
            </a:r>
          </a:p>
          <a:p>
            <a:pPr marL="0" indent="0">
              <a:buSzPct val="45000"/>
              <a:buNone/>
            </a:pPr>
            <a:endParaRPr lang="en-AU" sz="1100" dirty="0"/>
          </a:p>
          <a:p>
            <a:pPr marL="0" indent="0">
              <a:buSzPct val="45000"/>
              <a:buNone/>
            </a:pPr>
            <a:r>
              <a:rPr lang="en-AU" dirty="0"/>
              <a:t>Using a binary search (or similar) will still speed up finding the 1</a:t>
            </a:r>
            <a:r>
              <a:rPr lang="en-AU" baseline="30000" dirty="0"/>
              <a:t>st</a:t>
            </a:r>
            <a:r>
              <a:rPr lang="en-AU" dirty="0"/>
              <a:t> row with a match surname value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3214" r="35594"/>
          <a:stretch/>
        </p:blipFill>
        <p:spPr>
          <a:xfrm>
            <a:off x="7054745" y="223109"/>
            <a:ext cx="3906677" cy="30280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D32294-943A-4EF0-97B6-A2E4A825A7E4}"/>
                  </a:ext>
                </a:extLst>
              </p14:cNvPr>
              <p14:cNvContentPartPr/>
              <p14:nvPr/>
            </p14:nvContentPartPr>
            <p14:xfrm>
              <a:off x="6679440" y="250200"/>
              <a:ext cx="4241880" cy="341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D32294-943A-4EF0-97B6-A2E4A825A7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3600" y="186840"/>
                <a:ext cx="4273200" cy="353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06EC5E-F6E1-4490-B739-ED40F7398344}"/>
                  </a:ext>
                </a:extLst>
              </p14:cNvPr>
              <p14:cNvContentPartPr/>
              <p14:nvPr/>
            </p14:nvContentPartPr>
            <p14:xfrm>
              <a:off x="7277760" y="2786040"/>
              <a:ext cx="946800" cy="27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06EC5E-F6E1-4490-B739-ED40F73983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61920" y="2722680"/>
                <a:ext cx="97812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2815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Multiple indexes (indices)</a:t>
            </a:r>
          </a:p>
        </p:txBody>
      </p:sp>
      <p:sp>
        <p:nvSpPr>
          <p:cNvPr id="774148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908050"/>
            <a:ext cx="8157882" cy="5233988"/>
          </a:xfrm>
          <a:noFill/>
          <a:ln/>
        </p:spPr>
        <p:txBody>
          <a:bodyPr>
            <a:noAutofit/>
          </a:bodyPr>
          <a:lstStyle/>
          <a:p>
            <a:pPr marL="0" indent="0">
              <a:buSzPct val="45000"/>
              <a:buNone/>
            </a:pPr>
            <a:r>
              <a:rPr lang="en-AU" dirty="0">
                <a:latin typeface="+mn-lt"/>
              </a:rPr>
              <a:t>Suppose we want to execute this query</a:t>
            </a:r>
          </a:p>
          <a:p>
            <a:pPr marL="0" indent="0">
              <a:buSzPct val="45000"/>
              <a:buNone/>
            </a:pPr>
            <a:endParaRPr lang="en-AU" b="1" dirty="0">
              <a:latin typeface="+mn-lt"/>
            </a:endParaRPr>
          </a:p>
          <a:p>
            <a:pPr marL="0" indent="0">
              <a:buSzPct val="45000"/>
              <a:buNone/>
            </a:pPr>
            <a:endParaRPr lang="en-AU" dirty="0">
              <a:latin typeface="+mn-lt"/>
            </a:endParaRPr>
          </a:p>
          <a:p>
            <a:pPr marL="0" indent="0">
              <a:buSzPct val="45000"/>
              <a:buNone/>
            </a:pPr>
            <a:r>
              <a:rPr lang="en-AU" dirty="0">
                <a:latin typeface="+mn-lt"/>
              </a:rPr>
              <a:t>How many rows have to be </a:t>
            </a:r>
            <a:r>
              <a:rPr lang="en-AU" b="1" dirty="0">
                <a:latin typeface="+mn-lt"/>
              </a:rPr>
              <a:t>sequentially</a:t>
            </a:r>
            <a:r>
              <a:rPr lang="en-AU" dirty="0">
                <a:latin typeface="+mn-lt"/>
              </a:rPr>
              <a:t> </a:t>
            </a:r>
            <a:br>
              <a:rPr lang="en-AU" dirty="0">
                <a:latin typeface="+mn-lt"/>
              </a:rPr>
            </a:br>
            <a:r>
              <a:rPr lang="en-AU" dirty="0">
                <a:latin typeface="+mn-lt"/>
              </a:rPr>
              <a:t>read if the table has 100,000 rows</a:t>
            </a:r>
            <a:br>
              <a:rPr lang="en-AU" dirty="0">
                <a:latin typeface="+mn-lt"/>
              </a:rPr>
            </a:br>
            <a:r>
              <a:rPr lang="en-AU" dirty="0">
                <a:latin typeface="+mn-lt"/>
              </a:rPr>
              <a:t>(with no index on surname) to find a </a:t>
            </a:r>
            <a:r>
              <a:rPr lang="en-AU" b="1" dirty="0">
                <a:latin typeface="+mn-lt"/>
              </a:rPr>
              <a:t>match</a:t>
            </a:r>
            <a:r>
              <a:rPr lang="en-AU" dirty="0">
                <a:latin typeface="+mn-lt"/>
              </a:rPr>
              <a:t>?</a:t>
            </a:r>
          </a:p>
          <a:p>
            <a:pPr marL="449263" lvl="1" indent="0">
              <a:buSzPct val="45000"/>
              <a:buNone/>
            </a:pPr>
            <a:r>
              <a:rPr lang="en-AU" dirty="0">
                <a:latin typeface="+mn-lt"/>
              </a:rPr>
              <a:t>On average </a:t>
            </a:r>
            <a:r>
              <a:rPr lang="en-AU" b="1" dirty="0">
                <a:latin typeface="+mn-lt"/>
              </a:rPr>
              <a:t>50,000 reads</a:t>
            </a:r>
          </a:p>
          <a:p>
            <a:pPr marL="0" indent="0">
              <a:buSzPct val="45000"/>
              <a:buNone/>
            </a:pPr>
            <a:endParaRPr lang="en-AU" dirty="0">
              <a:latin typeface="+mn-lt"/>
            </a:endParaRPr>
          </a:p>
          <a:p>
            <a:pPr marL="0" indent="0">
              <a:buSzPct val="45000"/>
              <a:buNone/>
            </a:pPr>
            <a:r>
              <a:rPr lang="en-AU" dirty="0">
                <a:latin typeface="+mn-lt"/>
              </a:rPr>
              <a:t>How many reads are required if there is an </a:t>
            </a:r>
            <a:r>
              <a:rPr lang="en-AU" b="1" dirty="0">
                <a:latin typeface="+mn-lt"/>
              </a:rPr>
              <a:t>index</a:t>
            </a:r>
            <a:r>
              <a:rPr lang="en-AU" dirty="0">
                <a:latin typeface="+mn-lt"/>
              </a:rPr>
              <a:t> based on </a:t>
            </a:r>
            <a:r>
              <a:rPr lang="en-AU" b="1" dirty="0">
                <a:latin typeface="+mn-lt"/>
              </a:rPr>
              <a:t>Surname</a:t>
            </a:r>
            <a:r>
              <a:rPr lang="en-AU" dirty="0">
                <a:latin typeface="+mn-lt"/>
              </a:rPr>
              <a:t>? Far fewer!</a:t>
            </a:r>
          </a:p>
          <a:p>
            <a:pPr marL="449263" lvl="1" indent="0">
              <a:buSzPct val="45000"/>
              <a:buNone/>
            </a:pPr>
            <a:r>
              <a:rPr lang="en-AU" dirty="0">
                <a:latin typeface="+mn-lt"/>
              </a:rPr>
              <a:t>One read to load index into RAM. Perform binary search.</a:t>
            </a:r>
          </a:p>
          <a:p>
            <a:pPr marL="449263" lvl="1" indent="0">
              <a:buSzPct val="45000"/>
              <a:buNone/>
            </a:pPr>
            <a:r>
              <a:rPr lang="en-AU" dirty="0">
                <a:latin typeface="+mn-lt"/>
              </a:rPr>
              <a:t>One read to retrieve the first matching row </a:t>
            </a:r>
          </a:p>
          <a:p>
            <a:pPr marL="449263" lvl="1" indent="0">
              <a:buSzPct val="45000"/>
              <a:buNone/>
            </a:pPr>
            <a:r>
              <a:rPr lang="en-AU" dirty="0">
                <a:latin typeface="+mn-lt"/>
              </a:rPr>
              <a:t>Subsequent reads for any duplicate surnames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548" y="866431"/>
            <a:ext cx="3702274" cy="22007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74149" name="Group 5"/>
          <p:cNvGraphicFramePr>
            <a:graphicFrameLocks noGrp="1"/>
          </p:cNvGraphicFramePr>
          <p:nvPr/>
        </p:nvGraphicFramePr>
        <p:xfrm>
          <a:off x="9681192" y="908050"/>
          <a:ext cx="2357438" cy="5910444"/>
        </p:xfrm>
        <a:graphic>
          <a:graphicData uri="http://schemas.openxmlformats.org/drawingml/2006/table">
            <a:tbl>
              <a:tblPr/>
              <a:tblGrid>
                <a:gridCol w="143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Key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RecNo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Allen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Allen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72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Armstrong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Atkins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Avery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Black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Black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Charles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872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Cherry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Church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Harris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Harris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Mills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Rigg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Rogers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872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Taylor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Taylor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Wade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Ymer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5776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Indexes speed up report generation</a:t>
            </a:r>
          </a:p>
        </p:txBody>
      </p:sp>
      <p:sp>
        <p:nvSpPr>
          <p:cNvPr id="775172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774552"/>
            <a:ext cx="10972800" cy="5367487"/>
          </a:xfrm>
          <a:noFill/>
          <a:ln/>
        </p:spPr>
        <p:txBody>
          <a:bodyPr/>
          <a:lstStyle/>
          <a:p>
            <a:pPr marL="0" indent="0">
              <a:lnSpc>
                <a:spcPct val="80000"/>
              </a:lnSpc>
              <a:buSzPct val="45000"/>
              <a:buNone/>
            </a:pPr>
            <a:endParaRPr lang="en-AU" sz="1000" dirty="0"/>
          </a:p>
          <a:p>
            <a:pPr marL="0" indent="0">
              <a:lnSpc>
                <a:spcPct val="80000"/>
              </a:lnSpc>
              <a:buSzPct val="45000"/>
              <a:buNone/>
            </a:pPr>
            <a:r>
              <a:rPr lang="en-AU" dirty="0">
                <a:latin typeface="+mn-lt"/>
              </a:rPr>
              <a:t>There are many IT database stories involving reports that</a:t>
            </a:r>
          </a:p>
          <a:p>
            <a:pPr lvl="1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>
                <a:latin typeface="+mn-lt"/>
              </a:rPr>
              <a:t>	Use many tables with Foreign Key lookups</a:t>
            </a:r>
          </a:p>
          <a:p>
            <a:pPr lvl="1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>
                <a:latin typeface="+mn-lt"/>
              </a:rPr>
              <a:t>	Involve millions or billions of database records</a:t>
            </a:r>
          </a:p>
          <a:p>
            <a:pPr lvl="1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>
                <a:latin typeface="+mn-lt"/>
              </a:rPr>
              <a:t>	Take hours to produce</a:t>
            </a:r>
          </a:p>
          <a:p>
            <a:pPr marL="0" indent="0">
              <a:lnSpc>
                <a:spcPct val="80000"/>
              </a:lnSpc>
              <a:buSzPct val="45000"/>
              <a:buNone/>
            </a:pPr>
            <a:endParaRPr lang="en-AU" dirty="0">
              <a:latin typeface="+mn-lt"/>
            </a:endParaRPr>
          </a:p>
          <a:p>
            <a:pPr marL="0" indent="0">
              <a:lnSpc>
                <a:spcPct val="80000"/>
              </a:lnSpc>
              <a:buSzPct val="45000"/>
              <a:buNone/>
            </a:pPr>
            <a:r>
              <a:rPr lang="en-AU" dirty="0">
                <a:latin typeface="+mn-lt"/>
              </a:rPr>
              <a:t>A daily report that takes more than </a:t>
            </a:r>
            <a:r>
              <a:rPr lang="en-AU" b="1" dirty="0">
                <a:latin typeface="+mn-lt"/>
              </a:rPr>
              <a:t>10 hours to run</a:t>
            </a:r>
            <a:r>
              <a:rPr lang="en-AU" dirty="0">
                <a:latin typeface="+mn-lt"/>
              </a:rPr>
              <a:t> may be next to useless.</a:t>
            </a:r>
          </a:p>
          <a:p>
            <a:pPr lvl="1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>
                <a:latin typeface="+mn-lt"/>
              </a:rPr>
              <a:t>Such reports do exist!</a:t>
            </a:r>
          </a:p>
          <a:p>
            <a:pPr marL="0" indent="0">
              <a:lnSpc>
                <a:spcPct val="80000"/>
              </a:lnSpc>
              <a:buSzPct val="45000"/>
              <a:buNone/>
            </a:pPr>
            <a:endParaRPr lang="en-AU" dirty="0">
              <a:latin typeface="+mn-lt"/>
            </a:endParaRPr>
          </a:p>
          <a:p>
            <a:pPr marL="0" indent="0">
              <a:lnSpc>
                <a:spcPct val="80000"/>
              </a:lnSpc>
              <a:buSzPct val="45000"/>
              <a:buNone/>
            </a:pPr>
            <a:r>
              <a:rPr lang="en-AU" dirty="0">
                <a:latin typeface="+mn-lt"/>
              </a:rPr>
              <a:t>Creating indexes on fields central to the report have often reduced report generation time from many hours to a few minutes.</a:t>
            </a:r>
          </a:p>
          <a:p>
            <a:pPr marL="0" indent="0">
              <a:lnSpc>
                <a:spcPct val="80000"/>
              </a:lnSpc>
              <a:buSzPct val="45000"/>
              <a:buNone/>
            </a:pPr>
            <a:endParaRPr lang="en-AU" dirty="0"/>
          </a:p>
          <a:p>
            <a:pPr marL="989013" lvl="2" indent="0">
              <a:buSzPct val="45000"/>
              <a:buNone/>
            </a:pPr>
            <a:endParaRPr lang="en-AU" dirty="0"/>
          </a:p>
          <a:p>
            <a:pPr marL="989013" lvl="2" indent="0">
              <a:buSzPct val="4500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36515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cost of creating Indexes</a:t>
            </a:r>
          </a:p>
        </p:txBody>
      </p:sp>
      <p:sp>
        <p:nvSpPr>
          <p:cNvPr id="775172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774552"/>
            <a:ext cx="10672482" cy="5661417"/>
          </a:xfrm>
          <a:noFill/>
          <a:ln/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SzPct val="45000"/>
              <a:buNone/>
            </a:pPr>
            <a:endParaRPr lang="en-AU" sz="1000" dirty="0"/>
          </a:p>
          <a:p>
            <a:pPr marL="0" indent="0">
              <a:lnSpc>
                <a:spcPct val="80000"/>
              </a:lnSpc>
              <a:buSzPct val="45000"/>
              <a:buNone/>
            </a:pPr>
            <a:r>
              <a:rPr lang="en-AU" dirty="0"/>
              <a:t>Why not index </a:t>
            </a:r>
            <a:r>
              <a:rPr lang="en-AU" b="1" dirty="0"/>
              <a:t>every</a:t>
            </a:r>
            <a:r>
              <a:rPr lang="en-AU" dirty="0"/>
              <a:t> field?:</a:t>
            </a:r>
          </a:p>
          <a:p>
            <a:pPr marL="0" indent="0">
              <a:lnSpc>
                <a:spcPct val="80000"/>
              </a:lnSpc>
              <a:buSzPct val="45000"/>
              <a:buNone/>
            </a:pPr>
            <a:endParaRPr lang="en-AU" sz="1000" dirty="0"/>
          </a:p>
          <a:p>
            <a:pPr marL="952500" lvl="1" indent="-342900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b="1" dirty="0"/>
              <a:t>Disk Space</a:t>
            </a:r>
            <a:r>
              <a:rPr lang="en-AU" dirty="0"/>
              <a:t>  - a minor consideration. Disk space is cheap.</a:t>
            </a:r>
          </a:p>
          <a:p>
            <a:pPr marL="952500" lvl="1" indent="-342900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b="1" dirty="0"/>
              <a:t>Update-Time</a:t>
            </a:r>
            <a:r>
              <a:rPr lang="en-AU" dirty="0"/>
              <a:t> - a </a:t>
            </a:r>
            <a:r>
              <a:rPr lang="en-AU" b="1" dirty="0"/>
              <a:t>major</a:t>
            </a:r>
            <a:r>
              <a:rPr lang="en-AU" dirty="0"/>
              <a:t> consideration. </a:t>
            </a:r>
          </a:p>
          <a:p>
            <a:pPr marL="1352550" lvl="2" indent="-342900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When records in a table are inserted, changed, deleted:</a:t>
            </a:r>
          </a:p>
          <a:p>
            <a:pPr marL="1809750" lvl="3" indent="-342900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Every index must be updated </a:t>
            </a:r>
          </a:p>
          <a:p>
            <a:pPr marL="2266950" lvl="4" indent="-342900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so that the index remains in key sequence</a:t>
            </a:r>
          </a:p>
          <a:p>
            <a:pPr marL="1809750" lvl="3" indent="-342900">
              <a:lnSpc>
                <a:spcPct val="8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Each change takes time to complete</a:t>
            </a:r>
          </a:p>
          <a:p>
            <a:pPr marL="609600" lvl="1" indent="0">
              <a:lnSpc>
                <a:spcPct val="80000"/>
              </a:lnSpc>
              <a:buSzPct val="45000"/>
              <a:buNone/>
            </a:pPr>
            <a:endParaRPr lang="en-AU" sz="900" dirty="0"/>
          </a:p>
          <a:p>
            <a:pPr marL="209550" indent="0">
              <a:buSzPct val="45000"/>
              <a:buNone/>
            </a:pPr>
            <a:r>
              <a:rPr lang="en-AU" dirty="0"/>
              <a:t>Too many indexes can make </a:t>
            </a:r>
            <a:r>
              <a:rPr lang="en-AU" b="1" dirty="0"/>
              <a:t>unacceptable </a:t>
            </a:r>
            <a:r>
              <a:rPr lang="en-AU" dirty="0"/>
              <a:t>delays </a:t>
            </a:r>
          </a:p>
          <a:p>
            <a:pPr marL="1331913" lvl="2" indent="-342900">
              <a:buSzPct val="100000"/>
            </a:pPr>
            <a:r>
              <a:rPr lang="en-AU" dirty="0"/>
              <a:t>Imagine each </a:t>
            </a:r>
            <a:r>
              <a:rPr lang="en-AU" b="1" dirty="0"/>
              <a:t>Unit</a:t>
            </a:r>
            <a:r>
              <a:rPr lang="en-AU" dirty="0"/>
              <a:t> that you </a:t>
            </a:r>
            <a:r>
              <a:rPr lang="en-AU" b="1" dirty="0"/>
              <a:t>enrol</a:t>
            </a:r>
            <a:r>
              <a:rPr lang="en-AU" dirty="0"/>
              <a:t> in, causes a few seconds delay</a:t>
            </a:r>
          </a:p>
          <a:p>
            <a:pPr marL="1789113" lvl="3" indent="-342900">
              <a:buSzPct val="100000"/>
            </a:pPr>
            <a:r>
              <a:rPr lang="en-AU" dirty="0"/>
              <a:t>As all of the indexes are updated</a:t>
            </a:r>
          </a:p>
          <a:p>
            <a:pPr marL="1331913" lvl="2" indent="-342900">
              <a:buSzPct val="100000"/>
            </a:pPr>
            <a:r>
              <a:rPr lang="en-AU" dirty="0"/>
              <a:t>Imagine each time </a:t>
            </a:r>
            <a:r>
              <a:rPr lang="en-AU" b="1" dirty="0"/>
              <a:t>Australia Census</a:t>
            </a:r>
            <a:r>
              <a:rPr lang="en-AU" dirty="0"/>
              <a:t> data is recorded there is a delay as all indexes are updated</a:t>
            </a:r>
          </a:p>
          <a:p>
            <a:pPr marL="1789113" lvl="3" indent="-342900">
              <a:buSzPct val="100000"/>
            </a:pPr>
            <a:r>
              <a:rPr lang="en-AU" dirty="0"/>
              <a:t>Users will </a:t>
            </a:r>
            <a:r>
              <a:rPr lang="en-AU" b="1" dirty="0"/>
              <a:t>not be happy</a:t>
            </a:r>
          </a:p>
          <a:p>
            <a:pPr marL="989013" lvl="2" indent="0">
              <a:buSzPct val="45000"/>
              <a:buNone/>
            </a:pP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AC6AB2-BA17-47DE-A49E-D84EE1BC9551}"/>
                  </a:ext>
                </a:extLst>
              </p14:cNvPr>
              <p14:cNvContentPartPr/>
              <p14:nvPr/>
            </p14:nvContentPartPr>
            <p14:xfrm>
              <a:off x="1785960" y="1785960"/>
              <a:ext cx="1509480" cy="71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AC6AB2-BA17-47DE-A49E-D84EE1BC95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0120" y="1722600"/>
                <a:ext cx="1540800" cy="1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89389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Deletion / Recreation of Indexes?</a:t>
            </a:r>
          </a:p>
        </p:txBody>
      </p:sp>
      <p:sp>
        <p:nvSpPr>
          <p:cNvPr id="776196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099377"/>
            <a:ext cx="10680834" cy="5418653"/>
          </a:xfrm>
          <a:noFill/>
          <a:ln/>
        </p:spPr>
        <p:txBody>
          <a:bodyPr>
            <a:normAutofit/>
          </a:bodyPr>
          <a:lstStyle/>
          <a:p>
            <a:pPr marL="0" indent="0">
              <a:buSzPct val="45000"/>
              <a:buNone/>
            </a:pPr>
            <a:r>
              <a:rPr lang="en-AU" b="1" dirty="0"/>
              <a:t>Database management in an organisation often involves compromises</a:t>
            </a:r>
          </a:p>
          <a:p>
            <a:pPr marL="0" indent="0">
              <a:buSzPct val="45000"/>
              <a:buNone/>
            </a:pPr>
            <a:endParaRPr lang="en-AU" sz="1050" b="1" dirty="0"/>
          </a:p>
          <a:p>
            <a:pPr marL="609600" lvl="1" indent="0">
              <a:buSzPct val="45000"/>
              <a:buNone/>
            </a:pPr>
            <a:r>
              <a:rPr lang="en-AU" dirty="0"/>
              <a:t>An organisation may run a once-a-week report.</a:t>
            </a:r>
          </a:p>
          <a:p>
            <a:pPr marL="609600" lvl="1" indent="0">
              <a:buSzPct val="45000"/>
              <a:buNone/>
            </a:pPr>
            <a:r>
              <a:rPr lang="en-AU" dirty="0"/>
              <a:t>The report requires many indexes to run acceptably</a:t>
            </a:r>
          </a:p>
          <a:p>
            <a:pPr marL="609600" lvl="1" indent="0">
              <a:buSzPct val="45000"/>
              <a:buNone/>
            </a:pPr>
            <a:endParaRPr lang="en-AU" dirty="0"/>
          </a:p>
          <a:p>
            <a:pPr marL="609600" lvl="1" indent="0">
              <a:buSzPct val="45000"/>
              <a:buNone/>
            </a:pPr>
            <a:r>
              <a:rPr lang="en-AU" dirty="0"/>
              <a:t>It may make sense to </a:t>
            </a:r>
          </a:p>
          <a:p>
            <a:pPr marL="952500" lvl="1" indent="-342900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	</a:t>
            </a:r>
            <a:r>
              <a:rPr lang="en-AU" b="1" dirty="0"/>
              <a:t>Create</a:t>
            </a:r>
            <a:r>
              <a:rPr lang="en-AU" dirty="0"/>
              <a:t> the indexes prior to running the report </a:t>
            </a:r>
          </a:p>
          <a:p>
            <a:pPr marL="1809750" lvl="3" indent="-342900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it make take a few minutes for each index to be created</a:t>
            </a:r>
          </a:p>
          <a:p>
            <a:pPr marL="952500" lvl="1" indent="-342900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    </a:t>
            </a:r>
            <a:r>
              <a:rPr lang="en-AU" b="1" dirty="0"/>
              <a:t>Run</a:t>
            </a:r>
            <a:r>
              <a:rPr lang="en-AU" dirty="0"/>
              <a:t> the report</a:t>
            </a:r>
          </a:p>
          <a:p>
            <a:pPr marL="952500" lvl="1" indent="-342900">
              <a:buSzPct val="100000"/>
              <a:buFont typeface="Arial" panose="020B0604020202020204" pitchFamily="34" charset="0"/>
              <a:buChar char="•"/>
            </a:pPr>
            <a:r>
              <a:rPr lang="en-AU" dirty="0"/>
              <a:t>    </a:t>
            </a:r>
            <a:r>
              <a:rPr lang="en-AU" b="1" dirty="0"/>
              <a:t>Drop</a:t>
            </a:r>
            <a:r>
              <a:rPr lang="en-AU" dirty="0"/>
              <a:t> the indexes</a:t>
            </a:r>
          </a:p>
          <a:p>
            <a:pPr marL="952500" lvl="1" indent="-342900">
              <a:buSzPct val="100000"/>
              <a:buFont typeface="Arial" panose="020B0604020202020204" pitchFamily="34" charset="0"/>
              <a:buChar char="•"/>
            </a:pPr>
            <a:endParaRPr lang="en-AU" dirty="0"/>
          </a:p>
          <a:p>
            <a:pPr marL="209550" indent="0">
              <a:buSzPct val="100000"/>
              <a:buNone/>
            </a:pPr>
            <a:r>
              <a:rPr lang="en-AU" dirty="0"/>
              <a:t>Often such tasks can be </a:t>
            </a:r>
            <a:r>
              <a:rPr lang="en-AU" b="1" dirty="0"/>
              <a:t>scheduled</a:t>
            </a:r>
            <a:r>
              <a:rPr lang="en-AU" dirty="0"/>
              <a:t> to automatically take place</a:t>
            </a:r>
          </a:p>
        </p:txBody>
      </p:sp>
    </p:spTree>
    <p:extLst>
      <p:ext uri="{BB962C8B-B14F-4D97-AF65-F5344CB8AC3E}">
        <p14:creationId xmlns:p14="http://schemas.microsoft.com/office/powerpoint/2010/main" val="25891772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An multi-level index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/>
          </a:p>
          <a:p>
            <a:pPr marL="0" indent="0"/>
            <a:endParaRPr lang="en-AU" sz="2000" b="1"/>
          </a:p>
        </p:txBody>
      </p:sp>
      <p:graphicFrame>
        <p:nvGraphicFramePr>
          <p:cNvPr id="778244" name="Group 4"/>
          <p:cNvGraphicFramePr>
            <a:graphicFrameLocks noGrp="1"/>
          </p:cNvGraphicFramePr>
          <p:nvPr/>
        </p:nvGraphicFramePr>
        <p:xfrm>
          <a:off x="1339984" y="4782485"/>
          <a:ext cx="2447927" cy="1656969"/>
        </p:xfrm>
        <a:graphic>
          <a:graphicData uri="http://schemas.openxmlformats.org/drawingml/2006/table">
            <a:tbl>
              <a:tblPr/>
              <a:tblGrid>
                <a:gridCol w="122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LastKey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IndexSeg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78259" name="Group 19"/>
          <p:cNvGraphicFramePr>
            <a:graphicFrameLocks noGrp="1"/>
          </p:cNvGraphicFramePr>
          <p:nvPr/>
        </p:nvGraphicFramePr>
        <p:xfrm>
          <a:off x="4008438" y="698501"/>
          <a:ext cx="2735262" cy="5993004"/>
        </p:xfrm>
        <a:graphic>
          <a:graphicData uri="http://schemas.openxmlformats.org/drawingml/2006/table">
            <a:tbl>
              <a:tblPr/>
              <a:tblGrid>
                <a:gridCol w="912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Index    </a:t>
                      </a: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Seg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Row</a:t>
                      </a: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171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291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23…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graphicFrame>
        <p:nvGraphicFramePr>
          <p:cNvPr id="778327" name="Group 87"/>
          <p:cNvGraphicFramePr>
            <a:graphicFrameLocks noGrp="1"/>
          </p:cNvGraphicFramePr>
          <p:nvPr/>
        </p:nvGraphicFramePr>
        <p:xfrm>
          <a:off x="6888164" y="981075"/>
          <a:ext cx="3455987" cy="5852160"/>
        </p:xfrm>
        <a:graphic>
          <a:graphicData uri="http://schemas.openxmlformats.org/drawingml/2006/table">
            <a:tbl>
              <a:tblPr/>
              <a:tblGrid>
                <a:gridCol w="10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Row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EmpId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171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Bronwyn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Dave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Debra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Jenny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340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Karen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Lisa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Naomi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Nick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215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Peter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Steve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289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Susan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Terry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Tim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Simon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85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Bruce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Debra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Belinda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333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Michael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401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C0ECC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Dave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1C0ECC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778392" name="Rectangle 152"/>
          <p:cNvSpPr>
            <a:spLocks noChangeArrowheads="1"/>
          </p:cNvSpPr>
          <p:nvPr/>
        </p:nvSpPr>
        <p:spPr bwMode="auto">
          <a:xfrm>
            <a:off x="609600" y="981075"/>
            <a:ext cx="3430588" cy="315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Some large indexes may be split into smaller index segments.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index entry is created for all of the segments.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It's an index of indexes.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Task: Find employee 145</a:t>
            </a:r>
          </a:p>
        </p:txBody>
      </p:sp>
      <p:sp>
        <p:nvSpPr>
          <p:cNvPr id="778393" name="Line 153"/>
          <p:cNvSpPr>
            <a:spLocks noChangeShapeType="1"/>
          </p:cNvSpPr>
          <p:nvPr/>
        </p:nvSpPr>
        <p:spPr bwMode="auto">
          <a:xfrm>
            <a:off x="4008438" y="2852738"/>
            <a:ext cx="2735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8394" name="Line 154"/>
          <p:cNvSpPr>
            <a:spLocks noChangeShapeType="1"/>
          </p:cNvSpPr>
          <p:nvPr/>
        </p:nvSpPr>
        <p:spPr bwMode="auto">
          <a:xfrm>
            <a:off x="4008438" y="4365625"/>
            <a:ext cx="2735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8395" name="Line 155"/>
          <p:cNvSpPr>
            <a:spLocks noChangeShapeType="1"/>
          </p:cNvSpPr>
          <p:nvPr/>
        </p:nvSpPr>
        <p:spPr bwMode="auto">
          <a:xfrm>
            <a:off x="4008438" y="5805488"/>
            <a:ext cx="2735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8396" name="Rectangle 156"/>
          <p:cNvSpPr>
            <a:spLocks noChangeArrowheads="1"/>
          </p:cNvSpPr>
          <p:nvPr/>
        </p:nvSpPr>
        <p:spPr bwMode="auto">
          <a:xfrm>
            <a:off x="1339984" y="5694922"/>
            <a:ext cx="2376488" cy="360362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8397" name="Text Box 157"/>
          <p:cNvSpPr txBox="1">
            <a:spLocks noChangeArrowheads="1"/>
          </p:cNvSpPr>
          <p:nvPr/>
        </p:nvSpPr>
        <p:spPr bwMode="auto">
          <a:xfrm>
            <a:off x="5016501" y="697940"/>
            <a:ext cx="4648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itchFamily="34" charset="0"/>
              </a:rPr>
              <a:t>Key</a:t>
            </a:r>
          </a:p>
        </p:txBody>
      </p:sp>
      <p:sp>
        <p:nvSpPr>
          <p:cNvPr id="778398" name="Rectangle 158"/>
          <p:cNvSpPr>
            <a:spLocks noChangeArrowheads="1"/>
          </p:cNvSpPr>
          <p:nvPr/>
        </p:nvSpPr>
        <p:spPr bwMode="auto">
          <a:xfrm>
            <a:off x="4295775" y="4778652"/>
            <a:ext cx="2376488" cy="288925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8399" name="Rectangle 159"/>
          <p:cNvSpPr>
            <a:spLocks noChangeArrowheads="1"/>
          </p:cNvSpPr>
          <p:nvPr/>
        </p:nvSpPr>
        <p:spPr bwMode="auto">
          <a:xfrm>
            <a:off x="3792539" y="4484029"/>
            <a:ext cx="719137" cy="288925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8400" name="Rectangle 160"/>
          <p:cNvSpPr>
            <a:spLocks noChangeArrowheads="1"/>
          </p:cNvSpPr>
          <p:nvPr/>
        </p:nvSpPr>
        <p:spPr bwMode="auto">
          <a:xfrm>
            <a:off x="6816725" y="2682319"/>
            <a:ext cx="3600450" cy="288925"/>
          </a:xfrm>
          <a:prstGeom prst="rect">
            <a:avLst/>
          </a:prstGeom>
          <a:solidFill>
            <a:srgbClr val="FF7C80">
              <a:alpha val="35001"/>
            </a:srgbClr>
          </a:solidFill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7019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DBMS Optimisers</a:t>
            </a:r>
          </a:p>
        </p:txBody>
      </p:sp>
      <p:sp>
        <p:nvSpPr>
          <p:cNvPr id="777220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087654"/>
            <a:ext cx="11452412" cy="5418653"/>
          </a:xfrm>
          <a:noFill/>
          <a:ln/>
        </p:spPr>
        <p:txBody>
          <a:bodyPr>
            <a:normAutofit lnSpcReduction="10000"/>
          </a:bodyPr>
          <a:lstStyle/>
          <a:p>
            <a:pPr marL="0" indent="0">
              <a:buSzPct val="45000"/>
              <a:buNone/>
            </a:pPr>
            <a:r>
              <a:rPr lang="en-AU" dirty="0"/>
              <a:t>DBMS systems have </a:t>
            </a:r>
            <a:r>
              <a:rPr lang="en-AU" b="1" dirty="0"/>
              <a:t>optimisers</a:t>
            </a:r>
            <a:r>
              <a:rPr lang="en-AU" dirty="0"/>
              <a:t>.</a:t>
            </a:r>
          </a:p>
          <a:p>
            <a:pPr marL="0" indent="0">
              <a:buSzPct val="45000"/>
              <a:buNone/>
            </a:pPr>
            <a:endParaRPr lang="en-AU" sz="500" dirty="0"/>
          </a:p>
          <a:p>
            <a:pPr marL="0" indent="0">
              <a:buSzPct val="45000"/>
              <a:buNone/>
            </a:pPr>
            <a:r>
              <a:rPr lang="en-AU" b="1" dirty="0"/>
              <a:t>Optimisers</a:t>
            </a:r>
            <a:r>
              <a:rPr lang="en-AU" dirty="0"/>
              <a:t> are designed to decide the </a:t>
            </a:r>
            <a:r>
              <a:rPr lang="en-AU" b="1" dirty="0"/>
              <a:t>quickest</a:t>
            </a:r>
            <a:r>
              <a:rPr lang="en-AU" dirty="0"/>
              <a:t> and most </a:t>
            </a:r>
            <a:r>
              <a:rPr lang="en-AU" b="1" dirty="0"/>
              <a:t>efficient</a:t>
            </a:r>
            <a:r>
              <a:rPr lang="en-AU" dirty="0"/>
              <a:t> way of accessing data.</a:t>
            </a:r>
          </a:p>
          <a:p>
            <a:pPr marL="0" indent="0">
              <a:buSzPct val="45000"/>
              <a:buNone/>
            </a:pPr>
            <a:endParaRPr lang="en-AU" sz="400" dirty="0"/>
          </a:p>
          <a:p>
            <a:pPr marL="0" indent="0">
              <a:buSzPct val="45000"/>
              <a:buNone/>
            </a:pPr>
            <a:r>
              <a:rPr lang="en-AU" dirty="0"/>
              <a:t>Multiple indexes may exist, </a:t>
            </a:r>
            <a:r>
              <a:rPr lang="en-AU"/>
              <a:t>but it is </a:t>
            </a:r>
            <a:r>
              <a:rPr lang="en-AU" dirty="0"/>
              <a:t>the </a:t>
            </a:r>
            <a:r>
              <a:rPr lang="en-AU" b="1" dirty="0"/>
              <a:t>DBMS optimiser that decides</a:t>
            </a:r>
            <a:r>
              <a:rPr lang="en-AU" dirty="0"/>
              <a:t> if it is of benefit to use the indexes.</a:t>
            </a:r>
          </a:p>
          <a:p>
            <a:pPr marL="0" indent="0">
              <a:buSzPct val="45000"/>
              <a:buNone/>
            </a:pPr>
            <a:endParaRPr lang="en-AU" sz="200" dirty="0"/>
          </a:p>
          <a:p>
            <a:pPr marL="0" indent="0">
              <a:buSzPct val="45000"/>
              <a:buNone/>
            </a:pPr>
            <a:r>
              <a:rPr lang="en-AU" dirty="0"/>
              <a:t>Image we have a table with a </a:t>
            </a:r>
            <a:r>
              <a:rPr lang="en-AU" b="1" dirty="0"/>
              <a:t>small number of rows.</a:t>
            </a:r>
            <a:br>
              <a:rPr lang="en-AU" b="1" dirty="0"/>
            </a:br>
            <a:r>
              <a:rPr lang="en-AU" dirty="0"/>
              <a:t>We have indexes based on the Employee Id and Surname.</a:t>
            </a:r>
          </a:p>
          <a:p>
            <a:pPr marL="381000" indent="-381000">
              <a:buSzPct val="45000"/>
            </a:pPr>
            <a:endParaRPr lang="en-AU" sz="1000" dirty="0"/>
          </a:p>
          <a:p>
            <a:pPr marL="515938" indent="-381000">
              <a:buSzPct val="100000"/>
            </a:pPr>
            <a:r>
              <a:rPr lang="en-AU" dirty="0"/>
              <a:t>Imagine that it only takes one or two reads to load the entire table into memory, </a:t>
            </a:r>
          </a:p>
          <a:p>
            <a:pPr marL="515938" indent="-381000">
              <a:buSzPct val="100000"/>
            </a:pPr>
            <a:r>
              <a:rPr lang="en-AU" b="1" dirty="0"/>
              <a:t>It may be quicker </a:t>
            </a:r>
            <a:r>
              <a:rPr lang="en-AU" dirty="0"/>
              <a:t>to read/load all rows into memory</a:t>
            </a:r>
            <a:br>
              <a:rPr lang="en-AU" dirty="0"/>
            </a:br>
            <a:r>
              <a:rPr lang="en-AU" dirty="0"/>
              <a:t>compared to reading / loading the Indexes into memory and then retrieving the appropriate row(s)</a:t>
            </a:r>
          </a:p>
          <a:p>
            <a:pPr marL="515938" indent="-381000">
              <a:buSzPct val="100000"/>
            </a:pPr>
            <a:r>
              <a:rPr lang="en-AU" b="1" dirty="0"/>
              <a:t>Optimisers</a:t>
            </a:r>
            <a:r>
              <a:rPr lang="en-AU" dirty="0"/>
              <a:t> attempt to </a:t>
            </a:r>
            <a:r>
              <a:rPr lang="en-AU" b="1" dirty="0"/>
              <a:t>reduce the time </a:t>
            </a:r>
            <a:r>
              <a:rPr lang="en-AU" dirty="0"/>
              <a:t>taken to process the query.</a:t>
            </a:r>
          </a:p>
          <a:p>
            <a:pPr marL="915988" lvl="1" indent="-381000">
              <a:buSzPct val="45000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3442011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4605</Words>
  <Application>Microsoft Office PowerPoint</Application>
  <PresentationFormat>Widescreen</PresentationFormat>
  <Paragraphs>1385</Paragraphs>
  <Slides>62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Arial Narrow</vt:lpstr>
      <vt:lpstr>Calibri</vt:lpstr>
      <vt:lpstr>Open Sans</vt:lpstr>
      <vt:lpstr>Times New Roman</vt:lpstr>
      <vt:lpstr>Wingdings</vt:lpstr>
      <vt:lpstr>Swinburne_Tiles</vt:lpstr>
      <vt:lpstr>INF10025 Data Management and Analytics</vt:lpstr>
      <vt:lpstr>Adding a new record to the Movie Table </vt:lpstr>
      <vt:lpstr>The Movie Table</vt:lpstr>
      <vt:lpstr>Too much in one table</vt:lpstr>
      <vt:lpstr>Movies and Rating Codes</vt:lpstr>
      <vt:lpstr>Movies and Rating Codes</vt:lpstr>
      <vt:lpstr>Movies and Rating Codes</vt:lpstr>
      <vt:lpstr>Movies and Rating Codes</vt:lpstr>
      <vt:lpstr>Movies and Rating Codes</vt:lpstr>
      <vt:lpstr>Movies and Rating Codes</vt:lpstr>
      <vt:lpstr>Query based on a two table relationship</vt:lpstr>
      <vt:lpstr>Referential Integrity</vt:lpstr>
      <vt:lpstr>Be aware of unrelated tables</vt:lpstr>
      <vt:lpstr>Be aware of Cartesian Products</vt:lpstr>
      <vt:lpstr>Movie Table /  ColourType relationship</vt:lpstr>
      <vt:lpstr>Actor data</vt:lpstr>
      <vt:lpstr>Actor data</vt:lpstr>
      <vt:lpstr>ACTOR, MOVIE relations</vt:lpstr>
      <vt:lpstr>Casting table</vt:lpstr>
      <vt:lpstr>Relationship Diagram</vt:lpstr>
      <vt:lpstr>Totals</vt:lpstr>
      <vt:lpstr>Count Values</vt:lpstr>
      <vt:lpstr>Totals</vt:lpstr>
      <vt:lpstr>Totals</vt:lpstr>
      <vt:lpstr>Totals</vt:lpstr>
      <vt:lpstr>Totals</vt:lpstr>
      <vt:lpstr>Changing the column heading</vt:lpstr>
      <vt:lpstr>Another example of Group By</vt:lpstr>
      <vt:lpstr>Two columns with Group By </vt:lpstr>
      <vt:lpstr>Two columns with Group By </vt:lpstr>
      <vt:lpstr>Two columns with Group By </vt:lpstr>
      <vt:lpstr>Two columns with Group By </vt:lpstr>
      <vt:lpstr>Two columns with Group By </vt:lpstr>
      <vt:lpstr>Access Forms</vt:lpstr>
      <vt:lpstr>Creating a simple form</vt:lpstr>
      <vt:lpstr>Creating a simple form</vt:lpstr>
      <vt:lpstr>The Movie Database</vt:lpstr>
      <vt:lpstr>Indexes</vt:lpstr>
      <vt:lpstr>Indexes</vt:lpstr>
      <vt:lpstr>Indexes</vt:lpstr>
      <vt:lpstr>Indexes</vt:lpstr>
      <vt:lpstr>Indexes</vt:lpstr>
      <vt:lpstr>Primary Key Index</vt:lpstr>
      <vt:lpstr>Sequential Record Access</vt:lpstr>
      <vt:lpstr>Inserting data into a simple Index</vt:lpstr>
      <vt:lpstr>Inserting data into a simple Index</vt:lpstr>
      <vt:lpstr>Inserting data into a simple Index</vt:lpstr>
      <vt:lpstr>The Index</vt:lpstr>
      <vt:lpstr>Searching the Index</vt:lpstr>
      <vt:lpstr>Searching the Index</vt:lpstr>
      <vt:lpstr>Searching the Index</vt:lpstr>
      <vt:lpstr>Searching the Index</vt:lpstr>
      <vt:lpstr>Advantages of using an Index</vt:lpstr>
      <vt:lpstr>Additional information</vt:lpstr>
      <vt:lpstr>Additional information</vt:lpstr>
      <vt:lpstr>Index Creation</vt:lpstr>
      <vt:lpstr>SQL: Multiple indexes (indices)</vt:lpstr>
      <vt:lpstr>Indexes speed up report generation</vt:lpstr>
      <vt:lpstr>The cost of creating Indexes</vt:lpstr>
      <vt:lpstr>Deletion / Recreation of Indexes?</vt:lpstr>
      <vt:lpstr>An multi-level index</vt:lpstr>
      <vt:lpstr>DBMS Optimisers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1</cp:revision>
  <dcterms:created xsi:type="dcterms:W3CDTF">2023-02-17T01:15:40Z</dcterms:created>
  <dcterms:modified xsi:type="dcterms:W3CDTF">2023-02-17T01:17:01Z</dcterms:modified>
</cp:coreProperties>
</file>