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97" r:id="rId2"/>
    <p:sldId id="394" r:id="rId3"/>
    <p:sldId id="352" r:id="rId4"/>
    <p:sldId id="353" r:id="rId5"/>
    <p:sldId id="354" r:id="rId6"/>
    <p:sldId id="396" r:id="rId7"/>
    <p:sldId id="351" r:id="rId8"/>
    <p:sldId id="355" r:id="rId9"/>
    <p:sldId id="356" r:id="rId10"/>
    <p:sldId id="357" r:id="rId11"/>
    <p:sldId id="358" r:id="rId12"/>
    <p:sldId id="359" r:id="rId13"/>
    <p:sldId id="360" r:id="rId14"/>
    <p:sldId id="36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254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54:30.79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19372 9823 0,'0'-25'172,"25"25"-156,50 0 0,24 0-16,-25 0 15,50 0 1,372 0-1,-49 49 1,-273-49 0,-100 25-16,25-25 15,-24 0 1,-1 0-16,25 25 31,-49-25-31,-1 0 16,-24 0-16,0 0 15,49 0-15,-49 0 16,50 25 0,-1-25-1,1 0-15,-51 0 16,26 0-16,-25 0 16,99 0-1,-50 0 1,-24 0-16,49 0 15,-74 0-15,49 0 16,-49-25-16,49-25 16,1 50-16,-50 0 15,24 0 1,-24 0 0,25 0-1,-26 0 1,1 0-1,0 0 48,0 0-32,25 0-15,-1 0-1,26 0-15,-1 0 16,75 0-16,-75 0 0,1 0 16,-26 0-1,1 0 1,-1 0 265,-24 0-265,0 0-16,0 0 15,0 0 17,-1 0-1,1 25-15,0-25-1,-25 25 1,25 0 15,0 0 0,-25-1-15,0 1 15,0 0 0,0 0-15,0 0 15,-25-25 16,0 0-16,-25 25-15,26-1-16,-1 1 16,-25-25-1,25 25 1,1-25 0,-1 25-1,0-25 1,0 0-1,0 0 1,25 25-16,-49-25 0,24 0 16,0 0-1,-49 0 1,49 0-16,0 0 16,0 0-16,1 0 15,-1 0 1,-25 0-1,1 0-15,24 0 16,-25 0-16,25 0 16,-49 0-16,49 0 15,-25 0-15,26 0 16,-26 0-16,25 0 16,-49 0-1,24 0-15,25 0 16,-74 0-16,25 0 15,-75 0-15,50 0 16,-50 0 0,75 0-1,24 0-15,25 0 16,0 0-16,-49 0 0,49 0 16,-74 0-1,49 0 1,25 0-16,-24 0 15,-1 0 1,-24 0-16,24 0 16,1 0-1,-1 0-15,25 0 16,-24 0-16,24 0 16,-25 0-16,-24 0 15,-50 0 1,99 0-16,-50 0 15,26 0-15,24 0 16,-49 0-16,49 0 16,-25 0-1,25 0 1,-24 0 31,-1 0-47,25 0 31,1-25-15,-1 25 15,0 0-15,0 0-16,0 0 15,1 0 1,-1 0-16,0 0 15,-49 0-15,-1 0 16,-24 0 0,0 0-16,24 0 15,26 0-15,-1 0 16,-24 0-16,49 0 16,-50 0-16,51 0 31,-1 0-31,0 0 31,0-25 266,25 0-281,0 0-1,0 1-15,0-1 16,0 0-16,0-25 15,0 25 17,0 1-17,0-1 95,0 0-95,0 0 17,0-24-17,25 49 1,0 0-1,-25-25 1,49 0-16,1 0 16,-25 25-16,24-25 15,-24 25 1,25 0 0,-25 0-1,0-24-15,-1 24 16,26 0-16,24 0 15,1 0 1,24 0-16,0 0 0,-24 0 16,-1 0-1,25 0-15,-24 0 0,-1 0 16,0 0 0,-24 0-16,24 0 15,1 0 1,-50 0-16,24 0 15,-24 0-15,50 0 16,-1 0 0,-49 0-16,24 0 15,75 0 1,-74 0-16,-25 0 16,24 0-16,1 0 15,24 0-15,-24 0 16,24 0 15,75 0-31,-25 74 0,-99-49 16,99 0-1,-99-25-15,74 0 16,-74 0-16,49 0 16,1 0-16,-50 0 15,24 0-15,-24 0 16,0 0-1,49 0 1,-49 0 15,25 0-15,-1 0 0,-24 0-16,25 0 15,-26 0 126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54:35.88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16942 11807 0,'0'0'0,"24"0"109,175 0-109,-100 0 16,25 0-16,99 0 31,-148 0-31,74 25 16,-50 24-16,0-49 16,-25 25-16,1-25 15,-26 25 1,1-25-16,-25 0 15,24 0 17,-24 0-17,25 0 1,-25 0 0,24 0-1,-24 0 79,25 0-78,-25 0-1,24 0 63,-24 0-62,25 0-16,-26 0 31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54:37.72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19794 12055 0,'-25'0'32,"50"0"77,0 0-93,49 0-16,-24 0 15,-25 0-15,49-25 16,-49 25-16,0 0 15,0 0 1,24 0 31,-24 0-47,0 0 16,74 0-1,0 0-15,-49 0 16,24 0-16,1 25 15,-51-25-15,26 25 16,-25-25 203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54:38.84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21605 12005 0,'0'-24'78,"74"24"-78,50 0 15,-24 24-15,48 26 16,-24-25-16,0 24 16,-74-49-1,24 0-15,-49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54:39.57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23912 12179 0,'74'25'141,"25"-25"-141,-24 0 15,-1 74-15,-24-74 16,-1 0 0,-24 0-1,25 0 95,-25 0-95,-25 25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54:40.23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25474 12204 0,'50'-25'78,"49"25"-62,25 0 0,25 0-16,-25 25 0,124 0 15,0 0 1,-74 24-1,-50-24-15,74-25 16,-74 0-16,-49 0 16,-26 0-1,-24 0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55:05.26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1885 6424 0,'50'0'94,"-1"0"-94,150 0 15,-75 0 1,0 0-16,0 0 16,0 0-16,-25 0 15,224 0-15,-175 0 16,249 0 0,-248 25-16,50-25 15,-51 0 1,1 0-16,25 0 0,-25 0 15,-1 0 1,51 0-16,-75 0 16,25 0-16,-25 0 15,0 0-15,0 0 0,-25 0 16,-49 0 0,24 0-16,-24 0 0,-1 25 31,-24-25-31,0 0 15,49 25-15,50 74 16,0-25 0,-24-24-16,-1-25 15,0 24-15,50 1 16,-75 0-16,-24-50 16,24 49-1,-24-24-15,-50 0 16,25 0-1,0 0-15,-1-25 16,-24 24-16,25 26 16,-25 0-1,0-26-15,0 1 16,0 25-16,0-25 16,0 49-1,25 25-15,-25-49 16,0 49-16,0-25 15,0 1-15,0 24 16,0-25 0,0 51-16,0-51 15,0 0 1,0 26-16,0-26 16,0 0-16,0-24 15,0 24 1,0 26-16,0-51 0,0 26 15,0-26-15,0 26 16,0-51-16,0 26 16,0 0-16,0 74 15,0-50 1,0 25-16,0 50 16,0-50-16,0-49 15,0 24-15,0 1 16,0-1-16,0-49 15,0 74-15,0-49 16,0 0-16,0-1 16,0-24-16,0 49 31,0 1-31,0-50 0,0 49 16,0-24-1,0-26-15,0 51 16,0-26-16,0 1 15,0 0-15,0-1 0,0 26 16,0-51 0,0 26-16,0 0 15,0 24-15,0 0 16,0-49-16,0 25 16,0 0-16,0 49 15,0-50 1,0 1-16,0-25 15,0 49-15,0-24 16,-25-1-16,0-24 16,25 74-1,0-49-15,0-25 16,-24 0 0,24 24-16,-25-24 0,25 0 15,-25 24 1,25-24-16,-25 0 15,25 0-15,-25 0 32,1-1-17,-26 1-15,0-25 16,1 0 0,-1 0-1,0 0-15,1 0 16,-26 0-16,1 25 0,0-25 15,49 25 1,-25 0-16,-49-25 16,74 0-16,-49 0 15,24 0-15,-24 0 16,-1 0-16,51 0 16,-76 0-1,-49 0-15,75 0 16,-25 0-16,0 0 15,-50 0-15,50 0 16,24 0 0,1 0-16,24 0 15,-24 0-15,24 0 16,0 0-16,1 0 16,24 0-1,-49 0-15,-1 0 0,26 0 16,-26 0-1,1 0-15,24 0 0,1 0 16,-1 0-16,0 0 16,-24 0-1,0 0-15,49 0 16,-50 0-16,1 0 16,24 0-16,-24 0 15,-75 0 1,99 0-16,-24 0 15,24 0-15,26 0 16,-1 0-16,-25 0 16,25 0-1,1 0-15,-1 0 16,0 0 15,0 0-15,0 0-1,1 0 32,24-50 31,0-24-62,-75-100 0,1 25-1,49 50-15,-25-25 16,1-50-16,-1 50 0,-24-25 16,-100-297 15,149 347-31,-24-174 15,49 199 1,-25-50-16,25 24 16,0-123-1,0 124-15,-25 0 16,25-50-16,0 50 16,0-25-16,0-25 15,0 49-15,0 1 16,0-25-16,0 50 15,-50-125 1,50 150-16,-24-26 16,24 1-1,0 49 1,0-24-16,0-51 16,-25-73 15,25 148-31,0-25 15,0 1 1,0 24 0,0-25-16,0 1 15,0-1-15,0 0 16,0 1-16,0-50 16,25-1-1,-25 76 1,24-26-1,-24 25 1,0 0 0,0-24-16,0-1 0,25 25 15,-25 1 1,50-26-16,-25 25 16,-25 0-1,0 1 16,0-1 1,0 0-32,0 0 15,24 0 1,1 0 0,-25 1-16,25-1 15,-25 0 1,25 0 31,-25 0-32,25 25 1,-25-24 0,24 24-1,-24-25-15,0 0 0,25-25 16,0 26-1,0 24 1,-25-25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56:00.49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29741 6102 0,'74'25'141,"-24"-25"-125,49 25-1,199 24-15,-174-49 16,-50 0 0,125 0-1,-175 0-15,1 0 0,25 0 16,-25 0-1,24 0-15,-24 0 16,0 0 156,-25 25-172,0 25 31,0-26 0,-75 51-31,51-1 16,-1-49 0,-25 25-16,-24 24 31,49-24-15,-25-1-1,50-24-15,-49 25 0,49-1 16,-25-24-1,25 0 17,0 0-17,0 0 17,0-1 93,-25-24-125,0 0 31,1 0-16,-1 0 1,0 0-16,0 0 16,0 0-1,-24 0-15,24 0 16,-25 0-16,25 0 16,1 0-16,-1 0 15,-50 0 1,51 0-1,-26 0-15,-24 0 16,49 0-16,0 0 31,-25-24 110,50-26-125,0 25-1,0 0-15,-24-24 16,24 24-1,-25-25-15,25-24 16,0 49 0,0-25-1,0 26-15,0-1 16,0 0-16,0 0 16,0 0-1,0 1 1,0-1 31,0 0-16,0 0-15,0 0-1,0 1 1,0-1-16,0-25 15,0 25-15,25 1 16,-1-26 0,1 25-1,0 25 1,0-25-16,0 25 16,24-24-1,-49-1-15,25 25 94,0 0-78,99-25 15,-75 25-16,-24 0-15,25 0 32,0 0-17,-26 0-15,1 0 16,50 0 0,-51 0-1,26 0 1,0 0-16,-26 0 0,1 0 15,0 0 1,0 0-16,0 0 16,-1 0-1,1 0 48,0 0-48,-50 0 48,-24 0-63,24 0 16,-25 0-16,1 0 15,-26 0-15,1 0 16,-150 0-1,150 0-15,-25 0 16,24 0-16,-24 0 16,-25 0-16,75 0 15,-1 0-15,25 0 16,-24 0-16,24 0 47,25 25 109,0 0-140,25-25-16,-1 24 15,1-24-15,50 50 16,-51-25-16,1-25 16,50 0-16,-51 0 15,-24 25-15,50 24 16,0-49-1,-26 50 1,1-50 0,25 0 15,-1 0-31,1 0 0,-25 0 16,0 0-1,24 0-15,1 0 16,-25 0 124,0 0-124,-1 0 31,1 49-47,25-24 16,-50 0-1,25 25 1,-1-50-1,1 0 1,0 0 0,0 0 15,-25 24 47,-25-24-62,0 0 15,-74 0-31,74 0 16,-24 0-1,24 0 1,-25 0-16,0 25 15,1-25 1,-1 0 0,1 25-16,-1-25 15,0 25 1,26-25-16,-1 0 16,0 0-16,0 0 15,50 0 95,25 0-110,-1 0 15,1 0 1,-25 0-16,-1 0 15,1 0 1,0 0 0,0 25-1,24-1-15,-24-24 32,0 0-1,0 0 0,0 0 16,0 0-31,-1 0-1,1-49 1,0 24-16,0-25 15,-25 1 1,25 24-16,-1-25 0,1 26 16,0-1-1,-25 0 17,25 25-17,-25-25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56:03.70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29790 5904 0,'0'-25'78,"25"25"109,0-25-171,0 25 15,24 0-31,-24 0 16,25 0-16,-1 0 16,1 0-1,24 0-15,1 0 0,-1 0 16,26 0-1,-26 0-15,0 0 0,-24 0 16,24 0 0,-24 0-16,-25 0 15,74 0-15,-25 0 16,-49 0-16,25 0 16,-25 0-16,-1 0 15,1 0 16,0 0-15,25 0 0,-1 0 15,-74 0 78,1 0-109,-26 0 16,0 0 0,1 0-16,-1 0 15,-24 0 1,24 0-1,1 0-15,24 0 16,-99 0 0,99 0-1,-25 0 1,-24 0-16,49 0 0,-74 0 16,49 0-16,-24 0 15,24 0-15,-24 0 16,24 0-16,1 0 15,24 0 48,0 0-47,0 0-1,0 0 1,1 0-16,-1 0 62,-25 0 438,50 25-484,-25 0 0,1-25-1,24 24 1,-25 1-1,25 25 17,-25-50-17,25 25-15,0 24 203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56:17.04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16049 12849 0,'49'0'204,"1"0"-204,24 0 15,1 0-15,-1 0 16,25 0-1,-49 0-15,-25 0 16,24 0-16,-24 0 16,25 0-16,-25 0 31,-1 0-31,1 0 16,0 0-1,25 0-15,-1 0 16,75 0-1,-49 0-15,-1 0 16,-49 0-16,24 0 16,-24 0-16,0 0 78,0 0-63,0 0-15,-1 0 16,26 0 15,-25 0-31,0 0 16,49 0 0,-49 0-16,25 25 0,-1-25 15,1 0 1,-25 0-16,49 0 15,-49 0-15,0 0 16,-1 0-16,1 0 31,0 0-15,0 0 0,0 0-1,-1 0 1,1 0-1,0 0-15,0 0 32,0 0-17,-1 0-15,1 0 16,0 0-16,0 0 16,0 0-16,-1 0 31,26 0-31,-25 0 172,0 0-157,-1 0 1,1 24-16,0 1 16,25-25-16,-26 0 31,26 25-16,-25 0 95,-25 0-95,0-1 32,0 1-15,0 0-17,-25-25 16,-25 0-15,26 0-16,-26 0 16,25 0-16,-24 0 15,-1 0-15,0 0 16,26 0-16,-1 0 16,-25 0-16,1 0 15,24 0 1,0 0-16,0 0 15,-24 0-15,24 0 16,0 0-16,0 0 16,0 0-16,1 0 15,-1 0-15,-25 0 16,25 0-16,1 0 16,-26 0-16,25 0 15,0 0 1,1 0-16,-1 0 15,-25 0-15,25 0 16,-24 0-16,24 0 0,0 0 16,-25 0-1,-24 0-15,49 0 16,-24 0-16,24 0 16,-25 0-1,25 0 16,1 0 16,-26 0-31,25 0 343,0 0-327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56:36.51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26442 7689 0,'-25'0'140,"0"0"-108,25 25 77,25-25-93,0 0-16,24 0 15,1 0 1,-25 0 0,24 0-1,-24 0 1,0 0-1,0 25 1,24-25 0,-24 25-16,50-25 15,-1 0 1,-49 0-16,0 0 16,24 0-1,1 0-15,-25 0 0,0 0 16,74 0-1,-74 0-15,-1 0 32,1 0 77,0 0 125,0 0-187,0 0-31,-1 0 0,26 25 296,-50-1-265,25 1 0,-25 0-32,0 0 1,0 0-16,0-1 16,25 1-16,-25 0 31,0 0-15,0 0-1,24-25 1,-24 25-1,0-1 1,0 1 0,0 0-16,0 0 31,0 0 63,-24-25-79,-1 0 1,-25 0 0,25 0-1,-24 0 1,24 0-1,-25 0 1,26 0 0,-51 0-16,26 0 15,-1 0 1,25 0-16,-25 0 16,1 0-1,24 0 1,0 0 46,0 0-62,1 0 16,-1 0 15,-25 0 125,50-25-156,0 0 16,0-25 0,0 26-16,-25-1 15,-24-25-15,49 25 78,0 0-62,-25 1 0,25-1-1,0 0-15,0 0 47,0 0 63,25 25-32,24 0-63,-24 0-15,50 0 16,-26 0 0,-24 0-1,0 0 1,-25 25-16,25-25 15,-1 25-15,1 0 16,0 0 78,0-1-79,-25 1 1,0 0 15,25-25-15,-25 25-16,0 0 31,0 0 219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56:39.50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23540 5655 0,'99'0'172,"74"0"-172,-24 0 15,25 25-15,-100 0 16,75-25-16,-50 0 16,1 0-1,-1 0-15,25 0 0,-50 50 16,-24-50-16,99 49 31,-25 1-15,-50-50-16,25 0 15,-49 0-15,-25 0 16,49 0-16,-49 25 16,49-25-1,-24 0 1,-25 0-1,24 0-15,1 0 16,-25 0 0,0 0-16,49 0 15,-49 0 1,0 0 0,0 0-1,-1 0 1,51 0-1,-26 0-15,1 0 16,0 49-16,-26-49 16,51 0-16,-50 0 15,24 25 1,-24-25 0,0 0-1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57:54.40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25871 13965 0,'25'0'250,"50"0"-234,-1 0-16,0 0 0,26 0 16,-26 0-16,25 0 31,-24 0-31,-1 0 0,50 0 0,-74 0 15,24 0 1,-24 0 0,-1 0-16,-24 0 15,0 0 1,0 0-16,-1 0 0,1 0 16,0 0-16,25 0 15,-1 0 1,26 0-16,-1 0 15,-24 0-15,24 0 16,1 0 0,-51 0-16,1 0 15,0 0-15,0 0 16,24 0 0,-24 0-16,50 0 15,-51 0 1,26 0-16,0 0 15,-26 0-15,26 0 32,-25 0-32,0 0 15,-1 0 1,1 0 0,25 0-16,-25 0 15,0 0 1,49 0-1,-49 0-15,0 0 16,24 0 0,-24 0-16,0 0 15,0 0 1,-1 0 0,1 0-1,25 0-15,-25 0 16,-1 0-16,1 0 15,0 0-15,0 0 16,24 0 0,-24 0-1,25 0-15,-25 0 0,24 0 16,-24 0-16,49 0 16,-24 0-16,0 0 15,-1 0 1,1 0-16,0 0 15,-26 0 1,26 0 0,-25 0-1,24 0-15,-24 0 0,25 0 16,-25 0 0,-1 0-1,1 0-15,25 0 16,24 0-16,-24 0 15,-25 0-15,49 0 16,-49 0-16,49 0 16,-24-25-16,-1 25 15,1 0 1,-25 0-16,24-25 16,-24 1-1,0 24-15,49 0 16,-24 0-16,-25-25 15,0 25-15,99 0 16,-75 0 0,1 0-16,-25 0 15,24-50-15,51 25 16,-76 25-16,26 0 16,-25 0-16,24 0 15,1 0-15,0 0 16,-1-24-1,-24 24 1,0 0 62,0 0-62,-1 0-16,1 0 15,25 0 1,-25 0 0,24 0-1,-24 0 1,25 0 15,-25 0-15,-1 0 15,1 0-15,0 0-16,0 0 62,0 0-46,-1 0 15,1 0-15,25 0-1,-50 24-15,25-24 16,-1 25 0,1 0-16,25 0 15,-25-25 1,24 0-1,-49 25 1,25-25-16,0 0 16,0 0-1,-1 0-15,26 0 16,-25 0 0,0 0-1,-1 0 16,1 0-31,0 0 141,-25 24-47,50 1-32,-50 0-15,0 0-16,0 0-31,-25-25 0,-25 24 16,25-24 0,-24 25 15,24-25-15,-25 0-1,26 0-15,-1 0 16,-25 25-16,1 0 15,-75 0 1,24-25 0,26 0-1,49 0-15,-24 0 16,24 0 0,-25 0-16,25 0 15,-24 0 1,24 0-16,-25 0 15,1 24 1,-1 1-16,25-25 16,0 0-1,-24 0-15,24 0 16,0 0 0,-24 0-1,24 0 1,0 0-1,0 0 1,0 0-16,1 0 16,-1 0-1,-25 0 1,1 0-16,24 0 16,0 0 265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59:18.27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5928 12502 0,'50'0'140,"0"0"-124,74 0-16,24 0 15,125 0 1,-174 0-16,1 0 16,-1 0-1,50 49-15,-124-49 0,24 0 16,26 0 0,-51 0-16,51 0 0,-26 0 15,-24 0 1,50 0-16,-51 0 15,51 0 1,-1 0-16,-24 0 16,24 0-16,25 0 15,-49 0-15,24 0 16,1 0-16,-25 0 16,-1 0-1,1 0-15,-25 0 16,24 0-1,-24 0 17,0 0 30,0 0-46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59:21.60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6102 13246 0,'0'-25'110,"50"25"-95,24 0 1,25-50-16,50 50 16,-99 0-16,74 0 15,0-25 1,-50 25-16,1 0 0,-1 0 16,0-24-1,100 24-15,-124 0 16,-1 0-1,1 0 1,-25 0-16,49 0 0,-24 0 16,24 0-1,0 0-15,-49 0 16,124 0 0,-50 0-16,-49 0 15,24 0-15,1 0 16,-26 0-16,1 0 15,24 0-15,-49 0 16,0 0 0,0 0-1,0 0-15,-1 0 32,1 0 93,25 0-125,-1 0 15,26 0-15,24 0 16,-25 0-1,-24 0-15,-25 0 16,24 0 0,-24 0-16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59:42.82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30931 4440 0,'-24'0'0,"-26"-25"0,0 0 16,1 25 0,-26-24-16,26-1 15,-1 25-15,-49-25 16,-75 25 0,75 0-16,-25 0 15,0 0-15,-50 0 16,50 0-16,25 0 15,0 0 1,0 0-16,-25 0 0,49 0 16,1 0-16,-1 0 15,51-25-15,-26 25 16,0 0 0,-24 0-16,0 0 15,-1 0 1,-24 0-16,49 0 0,-74 0 15,-49 0-15,74 0 16,-26 0-16,51 0 16,0 0-1,-1 0-15,26 0 16,-1 0 0,25 0-16,-49 0 15,49 0-15,-74 0 16,-25 0-1,25 25-15,24 0 16,1 24-16,-100-24 16,124 0-1,-74 25 1,100-26-16,-1 1 16,0-25-1,25 25-15,-25 0 16,25 0-16,-25-25 31,25 24-31,0 1 16,0 0-16,-49 25 15,49-1 1,0 26 0,0-26-16,0 1 15,0 0 1,0-1-16,0-24 0,0 74 15,0-24-15,25 24 16,24-74-16,-49 24 0,50 1 16,148 74-1,-49-75 1,25-24 0,-100-25-16,50 25 15,-74-25-15,173 0 16,-173 0-1,49-25 1,-50 0 0,-24 25-16,25 0 15,-1 0 1,-24-24-16,0-1 16,25 25-1,-25 0-15,24-25 0,-24 25 16,49-25-1,-49 25-15,25 0 16,-1 0 0,1 0-16,24 0 15,26 0 1,-1 0-16,-25 0 16,50 0-1,100 0-15,-76 0 0,-73 0 16,-1 0-16,1 0 15,-26 0 1,-24 0-16,25 0 16,-26 0-1,1 0-15,0 0 0,25 0 16,49 0 0,-50 0-16,1-49 15,0 49 1,-26 0-16,1 0 15,0 0 1,0 0-16,0 0 16,49-25-1,-49 25-15,25 0 16,-1-25 0,50 0-1,-74 0-15,50 1 16,-1-26-16,-49 25 15,24 0 1,-24 25 0,-25-24-1,25-1-15,0 0 16,0 0 0,24-24-1,-24-1 1,0 25-1,-25 0-15,25 1 16,24-26 0,-49 25-1,0 0 17,0 1-1,0-26 0,0 25-31,0 0 16,0 0-1,0 1 17,0-1 61,0 0 17,0 0-95,0 0 17,-25 25-17,1-24-15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4:00:11.62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3076 13767 0,'25'0'218,"24"0"-202,26 0-16,-26 0 16,50 0-16,-24 74 15,24-74-15,-25 25 16,51 0-16,-26-25 15,0 0 1,-49 0-16,49 49 0,-50-49 16,1 0-16,24 0 15,1 0-15,-26 0 16,-24 0 0,50 0-16,-26 0 0,1 0 15,-1 0 1,-24 0-16,25 0 0,-1 0 15,-24 0 1,0 0-16,0 0 16,0 0-16,0 0 15,24 0-15,-24 0 125,25 0-109,-1 0 0,-24 0-1,99 25-15,-50-25 16,-24 0-16,0 0 15,24 0 1,0 0-16,-24 0 16,24 0-1,-24 0-15,-25 0 16,0 0 46,-1 0-46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4:00:13.75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8582 13791 0,'75'0'110,"-26"0"-95,1 0-15,173 50 32,-74-25-32,-25 0 0,99-25 31,-148 0-31,24 0 31,-25 0-31,1 24 16,74-24-1,-75 0-15,-24 0 0,24 0 16,1 0 0,-26 0-16,-24 0 15,49 0-15,-24 0 16,0 0-16,24 0 16,-49 0-16,0 25 15,24 0-15,26-25 16,-51 0-16,26 0 31,-25 0-31,24 0 63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4:00:16.44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21506 4142 0,'24'25'94,"1"-25"-79,50 0-15,-1 25 0,25 25 16,1-26-1,-1-24 1,-74 25 0,-1-25-16,1 0 0,0 0 15,0 0 1,-25 25 0,25-25-1,-1 0 1,1 0-1,25 0-15,-25 0 16,-1 0 0,26 0-1,-25 0-15,0 0 32,-1 0 46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4:00:17.66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22944 4118 0,'25'0'172,"0"0"-156,25 0-16,-26 0 31,26 0 63,0 24-79,-1 26 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4:00:18.82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22895 4887 0,'25'0'125,"24"0"-109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4:00:19.83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22920 5755 0,'74'0'93,"-49"0"-77,49 0-16,25 0 16,1 0-16,-26 0 15,50 0-15,0 0 16,-74 0-1,-26 0-15,1 0 63,0 0 31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4:00:20.78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22994 6350 0,'25'0'125,"0"-25"-125,-1 0 16,1 25-1,0 0 48,0 0-32,0 0-31,-1 0 16,26 0-16,0 0 15,-1 0-15,-24 0 16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4:00:22.03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33288 4167 0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4:00:23.03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33164 4986 0,'0'25'157,"25"-25"-142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4:00:28.35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22746 7094 0,'0'25'94,"25"0"-63,0-25-15,-1 0-16,1 0 31,0 0 0,0 0-15,49 49 15,-49-49-15,0 0-16,24 0 0,-24 0 15,0 0 1,0 0 46,0 0 32,-25 25-78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4:00:30.59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22969 7888 0,'25'0'63,"49"0"-63,1 0 15,-26 25 1,26-25-16,24 24 0,-25 1 16,1-25-16,-26 0 15,-24 0-15,0 0 16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5:37:03.71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4316 5655 0,'0'50'109,"50"-50"-93,-1 0-16,1 0 15,-1 0-15,1 0 16,-25 0-16,24 0 15,-24 25 1,0-25-16,0 0 16,24 25-1,-24-25 1,25 0 0,-25 0-1,49 24-15,-49-24 0,49 25 16,-49-25-1,0 0-15,0 25 157,-25 0-157,25 25 15,-1-1 1,-24 1 0,25-25-16,0-1 0,-25 1 46,25 0-14,-25 0-17,0 24 1,0-24-16,25 25 16,-25-25-1,0 24 1,0-24-16,0 25 15,0 24 1,0-49 0,0 0-16,0 49 15,0-24-15,0-26 16,0 51-16,0-26 16,0-24-16,0 0 15,0 25-15,0-25 16,0-1-16,0 1 31,0 0-15,0 0-1,0 0-15,0-1 16,0 1 15,-25-25 16,0 0-31,-25 0-1,26 0 1,-1 0-16,-25 0 16,25 0-1,-24 0 1,24 0-16,-49 0 15,-26-25-15,1-24 16,0 24-16,-25-49 16,-99-26-1,49 51-15,100 24 16,49 0 0,-25 0 15,25 25-31,1 0 15,-1-25 1,0-24 15,25-1 1,0 25-17,0-24-15,0-26 16,25 1-16,-25 24 15,25-24-15,49 0 16,-49 24-16,0-24 16,74-26-16,-74 76 15,99-150 1,-100 149 0,1 0-1,0 0-15,0 1 31,0 24 1,-1 0-17,1 0 1,0 0 0,0 0-16,0 0 0,-1 0 31,1 0 0,0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5:37:07.70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15106 11931 0,'25'0'125,"49"0"-110,1 0 1,49 0-16,-75 0 16,51 0-16,-51 0 15,26 0-15,-51 0 16,26 0-16,-25 0 15,0 0 360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5:37:15.38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16818 11881 0,'24'25'157,"26"-25"-142,0 99-15,123-99 16,50 0-1,-99 0-15,-99 0 16,25 0 0,0 0-1,-26 0 1,51 0 0,-26 0-1,1 0-15,74 0 16,-50 0-16,26 0 15,-1 0-15,-25 0 16,-24 0-16,-25 0 109,-1 0 1,1 0-95,0 0 1,0 0 15,0 0 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5:37:17.18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19224 12154 0,'24'0'640,"1"0"-624,0 0-16,0 0 63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5:37:19.49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19769 11857 0,'25'0'156,"0"0"-140,49 0-16,-24 0 16,24 0-16,-24 0 15,-25 0-15,0 0 16,24 0-16,26 0 15,-26 0-15,1 0 16,-1 0-16,26 0 16,-26 0-16,51 0 15,-26 0-15,1 0 16,24 0-16,-74 0 16,49 0-16,-24 0 15,98 0 1,-98 0-16,0 0 15,-1 0-15,-24 0 16,74 0-16,-49 0 16,24 0-16,1 0 15,-1 0-15,-24 0 16,24 0 0,-24 0-16,-1 0 0,-24 0 15,0 0 1,25 0-16,-26 0 0,1 0 15,25 0 1,24 0-16,-49 0 16,49 0-16,-49 0 15,50 0-15,-1 0 16,0 0-16,-49 0 16,25 0-16,-1 0 15,1 0-15,0 0 16,24 0-16,-24 0 15,-25 0-15,24 0 16,1 0-16,-1 0 16,-24 0-16,50 0 15,-26 0-15,-24 0 16,49 0-16,-24 0 16,24 0-16,-24 0 15,0 0-15,24 0 16,0 0-16,-49 0 15,25 0 1,-25 0 0,24 0-16,-24 0 31,50 0-15,-26 0-1,-24 0 1,0 0 15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5:37:46.21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25078 11708 0,'49'0'171,"-24"0"-155,0 0 0,0 0-16,-1 0 15,1 0 1,0 0-16,0 0 16,0 0-1,-1 0 16,1 0 157,-25 25-172,25-1-16,-25 1 109,0 0-78,0 0-15,0 0 15,0-1 0,0 1-31,0 0 32,0 0-17,0 24 32,0-24 16,0 0-63,0 0 46,0 0-30,-25-1 78,25 1 93,-25-25-171,25 25 15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5:38:02.59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29567 2977 0,'0'24'94,"0"26"-79,0 24-15,0 1 16,-25 98-16,-24-24 16,-1-25-16,50-24 15,-25-26-15,25 25 16,-24 50-16,-26-99 16,25 123-16,25-49 15,0-25-15,-25 1 16,25-1-16,-49 25 15,24 0-15,25-50 16,0 26-16,-50 73 16,50-98-16,0 24 15,-74-25 1,74 100-16,-50-25 16,25-100-16,1 75 15,24 0-15,-25-74 16,25 24-16,0 26 15,-25-1 1,25 0-16,0-25 0,0-49 16,0 25-16,0 24 15,0-49 1,0 25-16,0-25 16,0 49-16,0-49 0,0 49 15,0 1 1,0-51-16,0 51 0,0-26 15,0 26 1,25-50-16,-25-1 16,0 51-1,0-50-15,0 49 16,0-24-16,0-26 16,0 51-1,0-50-15,0 24 0,0-24 16,0 49-16,0 1 15,0 49-15,0-74 16,0 74-16,0-50 16,0 25-16,0 0 15,0-49-15,0 24 16,0-24-16,25 124 31,-25-150-31,24 51 0,-24-25 16,25-1-16,0 26 15,-25-51-15,0 51 16,25-75 0,-25 49-16,0-24 31,0 50-31,0-51 31,-25 26-15,25 24 15,50 26-15,-50-1-16,0-74 15,74-1 407,-49 1-422,25-25 0,24 50 16,25-1-16,50 51 15,-75-100-15,50 74 16,-24-24 0,24-25-1,-100-25 79,26 0-94,-25 0 16,24 0-1,-24 0 1,0 0 15,25 0-31,-25 24 16,-1 1-16,76 25 15,-51-25-15,150 24 32,-150-49-32,50 50 15,-74-25-15,0-25 16,0 0 0,0 49-1,24-24 32,26-25-31,-51 25-16,51-25 15,-26 0 1,26 0-16,24 25 16,-74-25-1,0 0-15,24 0 31,-24 0-31,0 0 16,0 0-16,49 0 16,-49 0-16,25 0 15,49-25-15,50-25 16,-75 50 0,0-99-16,-24 74 15,0 25-15,-1 0 16,1-25-16,24-24 15,26-75 1,-76 49-16,51 26 16,-75-26-1,49 50-15,-49-24 0,25-1 16,0-24 0,0-1-1,0 26-15,-25-1 16,24-74-16,-24 75 15,50-100-15,-50 25 16,0-248 15,0 272-31,0 1 16,0 25-16,0-1 16,0 1-16,0 49 15,0-49-15,0 24 16,0-24-16,0 49 15,0-25-15,0-24 16,0-1-16,-25 26 16,0-26-1,-49-73-15,74 24 0,-25 0 16,25 24 0,-49-24-16,24-74 15,0 124-15,0-75 0,25 99 16,-49 25-1,24-49-15,0 24 16,0 1-16,25-26 16,0 50-16,0-123 15,0 48 1,0 76-16,0-26 16,0-24-16,0-1 15,0 1-15,0 49 16,0-25-16,0 25 15,0-24 1,0-1-16,0 25 0,-25-24 16,1-1-16,24 25 15,0-49-15,0 24 16,0 26-16,0-51 16,0 1-1,0 24-15,0-24 0,0-1 16,0 26-16,0-26 15,0 1-15,0 49 16,0-49 0,0-1-16,0-24 0,24 74 15,-24-24 1,0 24 0,25-149-1,-25 125-15,25-1 16,25-24-1,-50 24-15,24-24 0,-24 49 16,50-124 0,-50 99-1,0 1-15,0-26 16,0 1-16,0 49 16,0-25-1,0 1 1,0-1-16,0 25 15,0-24-15,0 24 16,0-25 0,0 26-1,0-1-15,0 0 0,0 0 16,0 0 0,25 25-1,-25-24 1,25-1-1,-25 0 1,0 0 0,0 0-1,0 1-15,0-26 0,0 25 16,49-74 0,-49 74-16,0 0 15,0-24 1,0 24-1,0-25 17,0 25-32,-25 25 15,25-24 1,-24 24 0,-26-25-16,0 25 15,26-25 1,-150 25-1,75 0 1,24 0-16,-24-25 16,25 0-16,-1 1 15,-98-26 1,98-24 0,-24 49-1,49 0-15,26 0 16,-51 25-1,-24-25 1,-50 1 0,75 24-16,-1 0 0,-24 0 15,25-50 1,-50 50 0,74 0-16,0 0 0,26 0 15,-26 0 1,0 0-16,1 0 15,24 0 1,0 0-16,-49 0 16,49 0-16,-124 74 15,99-49 1,26-25-16,-1 25 16,-50-25-16,51 25 15,-1 0 1,0-1-1,0-24 1,0 25 0,1 0-1,24 0 1,-25-25 0,25 25-16,0 24 15,0-24 16,0 0-15,-50 0 0,50-1-1,0 1 1,0 0 15,-25 0-31,25 0 16,0 0-1,0-1-15,0 1 16,-24 0 0,-1 0 93,25 0-93,-25-25-16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5:38:53.30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12055 7714 0,'74'0'62,"26"0"-46,73 25-16,1-25 15,24 25-15,-74-25 16,25 0-16,-25 0 16,-49 0-16,24 0 15,-49 0-15,-1 0 16,50 0-1,-49 0-15,49 0 16,-74 0-16,99 0 16,0 0-16,-25 0 15,25 0-15,124 25 16,-99-25 0,0 0-16,-25 0 0,50 0 15,-100 0-15,0 0 16,50 0-16,1 0 15,-51 0 1,-24 0-16,74 49 16,-25-49-16,-50 0 15,26 0-15,-1 0 0,-49 0 16,49 0 0,-24 0-16,24 25 0,-49-25 15,0 0 1,25 0-16,-1 0 15,26 0-15,-1 0 16,-49 25 0,25-25-16,-1 0 15,50 0-15,-74 25 16,25-25-16,-1 0 16,1 0-1,0 0-15,24 0 16,-24 0-1,-26 0-15,51 0 32,-26 0-32,1 0 0,-25 0 15,99 0 1,-75 0-16,1 0 16,0 0-1,24 0-15,1 0 0,-51 0 16,51 0-1,-50 0 1,24 24 0,1 1-16,-1-25 15,75 0 1,-74 0-16,24 0 16,26 0-1,-51 0 1,1 0-16,-1 0 15,-24 0-15,99 0 16,-99 50 0,50-50-16,-1 25 15,-49-25-15,24 0 16,26 0-16,-26 0 16,1 0-1,0 25-15,24-25 16,-24 0-16,-1 0 15,50 0-15,-24 0 16,-26 0 0,51 0-1,-26 0-15,25 0 0,25 0 16,0 0 0,-74 0-16,0 24 0,49-24 15,74 0-15,-148 0 16,0 0-1,74 0-15,50 25 16,0-25 0,-25 0-16,-74 0 15,24 0-15,0 0 16,26 0 0,-76 0-16,1 0 15,0 0 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5:39:14.03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11782 7937 0,'0'25'125,"0"0"-109,0 0-1,0 25 1,0-26-1,0 1 17,0 25-17,0-1 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5:39:15.70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11609 7888 0,'0'0'0,"-25"0"0,0 0 0,0 0 16,0 0-1,1 0 1,-1 0 0,0 0 15,0 0-31,0 0 16,-49 0-1,24 0-15,26 0 16,-26 0-16,25 0 15,0 0-15,-24 0 16,24 0-16,-25 0 16,25 0-16,1 0 15,-1 0-15,0 0 16,0 0 0,-24 0 15,24 0 16,0 0 0,0 0-16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2012846"/>
            <a:ext cx="10363200" cy="1470025"/>
          </a:xfrm>
        </p:spPr>
        <p:txBody>
          <a:bodyPr anchor="b" anchorCtr="0">
            <a:normAutofit/>
          </a:bodyPr>
          <a:lstStyle>
            <a:lvl1pPr algn="ctr">
              <a:defRPr sz="4800" b="0">
                <a:latin typeface="Open Sans"/>
                <a:cs typeface="Open Sans"/>
              </a:defRPr>
            </a:lvl1pPr>
          </a:lstStyle>
          <a:p>
            <a:r>
              <a:rPr lang="en-AU" dirty="0"/>
              <a:t>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3604008"/>
            <a:ext cx="8534400" cy="1752600"/>
          </a:xfrm>
          <a:noFill/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  <a:latin typeface="Open Sans"/>
                <a:cs typeface="Open San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dirty="0"/>
              <a:t>Subtitle</a:t>
            </a:r>
            <a:endParaRPr lang="en-US" dirty="0"/>
          </a:p>
        </p:txBody>
      </p:sp>
      <p:pic>
        <p:nvPicPr>
          <p:cNvPr id="8" name="Picture 7" descr="Swinburne Logo RGB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0"/>
            <a:ext cx="12192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806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105878"/>
            <a:ext cx="10972800" cy="1058779"/>
          </a:xfrm>
        </p:spPr>
        <p:txBody>
          <a:bodyPr anchor="t">
            <a:normAutofit/>
          </a:bodyPr>
          <a:lstStyle>
            <a:lvl1pPr>
              <a:defRPr sz="4400" b="0">
                <a:latin typeface="Open Sans"/>
                <a:cs typeface="Open Sans"/>
              </a:defRPr>
            </a:lvl1pPr>
          </a:lstStyle>
          <a:p>
            <a:r>
              <a:rPr lang="en-AU" dirty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87655"/>
            <a:ext cx="10680834" cy="3917482"/>
          </a:xfrm>
          <a:noFill/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1pPr>
            <a:lvl2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2pPr>
            <a:lvl3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3pPr>
            <a:lvl4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4pPr>
            <a:lvl5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72A43E-4C69-445B-9395-7AF0794D0BDD}"/>
              </a:ext>
            </a:extLst>
          </p:cNvPr>
          <p:cNvSpPr txBox="1"/>
          <p:nvPr userDrawn="1"/>
        </p:nvSpPr>
        <p:spPr>
          <a:xfrm>
            <a:off x="381012" y="6382790"/>
            <a:ext cx="457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FF3ACB68-B3AC-4511-9780-21946B043BB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0888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38"/>
            <a:ext cx="10972800" cy="1143000"/>
          </a:xfrm>
        </p:spPr>
        <p:txBody>
          <a:bodyPr>
            <a:normAutofit/>
          </a:bodyPr>
          <a:lstStyle>
            <a:lvl1pPr>
              <a:defRPr sz="4400" b="0">
                <a:latin typeface="Open Sans"/>
                <a:cs typeface="Open Sans"/>
              </a:defRPr>
            </a:lvl1pPr>
          </a:lstStyle>
          <a:p>
            <a:r>
              <a:rPr lang="en-AU" dirty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3844703"/>
          </a:xfrm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Open Sans"/>
                <a:cs typeface="Open Sans"/>
              </a:defRPr>
            </a:lvl1pPr>
            <a:lvl2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2pPr>
            <a:lvl3pPr>
              <a:defRPr sz="2000">
                <a:solidFill>
                  <a:srgbClr val="000000"/>
                </a:solidFill>
                <a:latin typeface="Open Sans"/>
                <a:cs typeface="Open Sans"/>
              </a:defRPr>
            </a:lvl3pPr>
            <a:lvl4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4pPr>
            <a:lvl5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3844703"/>
          </a:xfrm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Open Sans"/>
                <a:cs typeface="Open Sans"/>
              </a:defRPr>
            </a:lvl1pPr>
            <a:lvl2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2pPr>
            <a:lvl3pPr>
              <a:defRPr sz="2000">
                <a:solidFill>
                  <a:srgbClr val="000000"/>
                </a:solidFill>
                <a:latin typeface="Open Sans"/>
                <a:cs typeface="Open Sans"/>
              </a:defRPr>
            </a:lvl3pPr>
            <a:lvl4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4pPr>
            <a:lvl5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Picture 5" descr="KNOWING Logo RGB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567700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771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1344616"/>
            <a:ext cx="9487359" cy="1465609"/>
          </a:xfrm>
        </p:spPr>
        <p:txBody>
          <a:bodyPr anchor="b" anchorCtr="0">
            <a:normAutofit/>
          </a:bodyPr>
          <a:lstStyle>
            <a:lvl1pPr>
              <a:defRPr sz="4000" b="0">
                <a:latin typeface="Open Sans"/>
                <a:cs typeface="Open Sans"/>
              </a:defRPr>
            </a:lvl1pPr>
          </a:lstStyle>
          <a:p>
            <a:r>
              <a:rPr lang="en-AU" dirty="0"/>
              <a:t>Heading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1" y="2927805"/>
            <a:ext cx="9487359" cy="2563256"/>
          </a:xfrm>
          <a:noFill/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00000"/>
                </a:solidFill>
                <a:latin typeface="Open Sans"/>
                <a:cs typeface="Open Sans"/>
              </a:defRPr>
            </a:lvl1pPr>
          </a:lstStyle>
          <a:p>
            <a:pPr lvl="0"/>
            <a:r>
              <a:rPr lang="en-US" dirty="0"/>
              <a:t>Sub-heading</a:t>
            </a:r>
          </a:p>
        </p:txBody>
      </p:sp>
      <p:pic>
        <p:nvPicPr>
          <p:cNvPr id="6" name="Picture 5" descr="Swinburne Logo RGB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0"/>
            <a:ext cx="1219200" cy="1828800"/>
          </a:xfrm>
          <a:prstGeom prst="rect">
            <a:avLst/>
          </a:prstGeom>
        </p:spPr>
      </p:pic>
      <p:pic>
        <p:nvPicPr>
          <p:cNvPr id="7" name="Picture 6" descr="KNOWING Logo RGB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567700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221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8480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alphaModFix amt="9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/>
              <a:t>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17639"/>
            <a:ext cx="10972800" cy="3991833"/>
          </a:xfrm>
          <a:prstGeom prst="rect">
            <a:avLst/>
          </a:prstGeom>
          <a:solidFill>
            <a:srgbClr val="F6F6F6"/>
          </a:solidFill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 descr="KNOWING Logo RGB.png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215" y="5866083"/>
            <a:ext cx="1219200" cy="91440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1206367" y="6710785"/>
            <a:ext cx="95497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0009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400" b="0" kern="1200">
          <a:solidFill>
            <a:schemeClr val="tx1"/>
          </a:solidFill>
          <a:latin typeface="Open Sans"/>
          <a:ea typeface="+mj-ea"/>
          <a:cs typeface="Open San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72.png"/><Relationship Id="rId3" Type="http://schemas.openxmlformats.org/officeDocument/2006/relationships/image" Target="../media/image67.png"/><Relationship Id="rId7" Type="http://schemas.openxmlformats.org/officeDocument/2006/relationships/image" Target="../media/image69.png"/><Relationship Id="rId12" Type="http://schemas.openxmlformats.org/officeDocument/2006/relationships/customXml" Target="../ink/ink6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71.png"/><Relationship Id="rId5" Type="http://schemas.openxmlformats.org/officeDocument/2006/relationships/image" Target="../media/image68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7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.xml"/><Relationship Id="rId3" Type="http://schemas.openxmlformats.org/officeDocument/2006/relationships/image" Target="../media/image5.png"/><Relationship Id="rId7" Type="http://schemas.openxmlformats.org/officeDocument/2006/relationships/image" Target="../media/image7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.xml"/><Relationship Id="rId5" Type="http://schemas.openxmlformats.org/officeDocument/2006/relationships/image" Target="../media/image76.png"/><Relationship Id="rId4" Type="http://schemas.openxmlformats.org/officeDocument/2006/relationships/customXml" Target="../ink/ink8.xml"/><Relationship Id="rId9" Type="http://schemas.openxmlformats.org/officeDocument/2006/relationships/image" Target="../media/image7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customXml" Target="../ink/ink12.xml"/><Relationship Id="rId4" Type="http://schemas.openxmlformats.org/officeDocument/2006/relationships/image" Target="../media/image8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customXml" Target="../ink/ink13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6.xml"/><Relationship Id="rId3" Type="http://schemas.openxmlformats.org/officeDocument/2006/relationships/image" Target="../media/image14.png"/><Relationship Id="rId7" Type="http://schemas.openxmlformats.org/officeDocument/2006/relationships/image" Target="../media/image9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.xml"/><Relationship Id="rId5" Type="http://schemas.openxmlformats.org/officeDocument/2006/relationships/image" Target="../media/image91.png"/><Relationship Id="rId4" Type="http://schemas.openxmlformats.org/officeDocument/2006/relationships/customXml" Target="../ink/ink14.xml"/><Relationship Id="rId9" Type="http://schemas.openxmlformats.org/officeDocument/2006/relationships/image" Target="../media/image9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19.xml"/><Relationship Id="rId13" Type="http://schemas.openxmlformats.org/officeDocument/2006/relationships/image" Target="../media/image100.png"/><Relationship Id="rId18" Type="http://schemas.openxmlformats.org/officeDocument/2006/relationships/customXml" Target="../ink/ink24.xml"/><Relationship Id="rId3" Type="http://schemas.openxmlformats.org/officeDocument/2006/relationships/image" Target="../media/image16.png"/><Relationship Id="rId21" Type="http://schemas.openxmlformats.org/officeDocument/2006/relationships/image" Target="../media/image103.png"/><Relationship Id="rId7" Type="http://schemas.openxmlformats.org/officeDocument/2006/relationships/image" Target="../media/image97.png"/><Relationship Id="rId12" Type="http://schemas.openxmlformats.org/officeDocument/2006/relationships/customXml" Target="../ink/ink21.xml"/><Relationship Id="rId17" Type="http://schemas.openxmlformats.org/officeDocument/2006/relationships/image" Target="../media/image102.png"/><Relationship Id="rId25" Type="http://schemas.openxmlformats.org/officeDocument/2006/relationships/image" Target="../media/image105.png"/><Relationship Id="rId2" Type="http://schemas.openxmlformats.org/officeDocument/2006/relationships/image" Target="../media/image15.png"/><Relationship Id="rId16" Type="http://schemas.openxmlformats.org/officeDocument/2006/relationships/customXml" Target="../ink/ink23.xml"/><Relationship Id="rId20" Type="http://schemas.openxmlformats.org/officeDocument/2006/relationships/customXml" Target="../ink/ink2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8.xml"/><Relationship Id="rId11" Type="http://schemas.openxmlformats.org/officeDocument/2006/relationships/image" Target="../media/image99.png"/><Relationship Id="rId24" Type="http://schemas.openxmlformats.org/officeDocument/2006/relationships/customXml" Target="../ink/ink27.xml"/><Relationship Id="rId5" Type="http://schemas.openxmlformats.org/officeDocument/2006/relationships/image" Target="../media/image96.png"/><Relationship Id="rId15" Type="http://schemas.openxmlformats.org/officeDocument/2006/relationships/image" Target="../media/image101.png"/><Relationship Id="rId23" Type="http://schemas.openxmlformats.org/officeDocument/2006/relationships/image" Target="../media/image104.png"/><Relationship Id="rId10" Type="http://schemas.openxmlformats.org/officeDocument/2006/relationships/customXml" Target="../ink/ink20.xml"/><Relationship Id="rId19" Type="http://schemas.openxmlformats.org/officeDocument/2006/relationships/image" Target="../media/image31.png"/><Relationship Id="rId4" Type="http://schemas.openxmlformats.org/officeDocument/2006/relationships/customXml" Target="../ink/ink17.xml"/><Relationship Id="rId9" Type="http://schemas.openxmlformats.org/officeDocument/2006/relationships/image" Target="../media/image98.png"/><Relationship Id="rId14" Type="http://schemas.openxmlformats.org/officeDocument/2006/relationships/customXml" Target="../ink/ink22.xml"/><Relationship Id="rId22" Type="http://schemas.openxmlformats.org/officeDocument/2006/relationships/customXml" Target="../ink/ink2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0.xml"/><Relationship Id="rId13" Type="http://schemas.openxmlformats.org/officeDocument/2006/relationships/image" Target="../media/image114.png"/><Relationship Id="rId3" Type="http://schemas.openxmlformats.org/officeDocument/2006/relationships/image" Target="../media/image20.png"/><Relationship Id="rId7" Type="http://schemas.openxmlformats.org/officeDocument/2006/relationships/image" Target="../media/image111.png"/><Relationship Id="rId12" Type="http://schemas.openxmlformats.org/officeDocument/2006/relationships/customXml" Target="../ink/ink32.xml"/><Relationship Id="rId17" Type="http://schemas.openxmlformats.org/officeDocument/2006/relationships/image" Target="../media/image116.png"/><Relationship Id="rId2" Type="http://schemas.openxmlformats.org/officeDocument/2006/relationships/image" Target="../media/image19.png"/><Relationship Id="rId16" Type="http://schemas.openxmlformats.org/officeDocument/2006/relationships/customXml" Target="../ink/ink3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9.xml"/><Relationship Id="rId11" Type="http://schemas.openxmlformats.org/officeDocument/2006/relationships/image" Target="../media/image113.png"/><Relationship Id="rId5" Type="http://schemas.openxmlformats.org/officeDocument/2006/relationships/image" Target="../media/image110.png"/><Relationship Id="rId15" Type="http://schemas.openxmlformats.org/officeDocument/2006/relationships/image" Target="../media/image115.png"/><Relationship Id="rId10" Type="http://schemas.openxmlformats.org/officeDocument/2006/relationships/customXml" Target="../ink/ink31.xml"/><Relationship Id="rId4" Type="http://schemas.openxmlformats.org/officeDocument/2006/relationships/customXml" Target="../ink/ink28.xml"/><Relationship Id="rId9" Type="http://schemas.openxmlformats.org/officeDocument/2006/relationships/image" Target="../media/image112.png"/><Relationship Id="rId14" Type="http://schemas.openxmlformats.org/officeDocument/2006/relationships/customXml" Target="../ink/ink3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3" Type="http://schemas.openxmlformats.org/officeDocument/2006/relationships/image" Target="../media/image22.png"/><Relationship Id="rId7" Type="http://schemas.openxmlformats.org/officeDocument/2006/relationships/customXml" Target="../ink/ink36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5" Type="http://schemas.openxmlformats.org/officeDocument/2006/relationships/customXml" Target="../ink/ink35.xml"/><Relationship Id="rId10" Type="http://schemas.openxmlformats.org/officeDocument/2006/relationships/image" Target="../media/image122.png"/><Relationship Id="rId4" Type="http://schemas.openxmlformats.org/officeDocument/2006/relationships/image" Target="../media/image23.png"/><Relationship Id="rId9" Type="http://schemas.openxmlformats.org/officeDocument/2006/relationships/customXml" Target="../ink/ink3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INF10025</a:t>
            </a:r>
            <a:br>
              <a:rPr lang="en-AU" dirty="0"/>
            </a:br>
            <a:r>
              <a:rPr lang="en-AU" dirty="0"/>
              <a:t>Data Management and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AU" b="1" dirty="0"/>
              <a:t>Week 02 – Part 2</a:t>
            </a:r>
          </a:p>
          <a:p>
            <a:r>
              <a:rPr lang="en-AU" dirty="0"/>
              <a:t>Queries with Totals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21075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Totals</a:t>
            </a:r>
            <a:endParaRPr lang="en-US" dirty="0"/>
          </a:p>
        </p:txBody>
      </p:sp>
      <p:sp>
        <p:nvSpPr>
          <p:cNvPr id="637955" name="Text Box 3"/>
          <p:cNvSpPr txBox="1">
            <a:spLocks noChangeArrowheads="1"/>
          </p:cNvSpPr>
          <p:nvPr/>
        </p:nvSpPr>
        <p:spPr bwMode="auto">
          <a:xfrm>
            <a:off x="740243" y="780694"/>
            <a:ext cx="10367028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Often, when users want to retrieve data from database tables, 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they want to display some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totals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How many employees do we have?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How many students are enrolled </a:t>
            </a:r>
            <a:r>
              <a:rPr kumimoji="0" lang="en-AU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in INF10025?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How many staff of each gender do we have?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In the database world, this is often referred to as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Aggregation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Typical total (or aggregation) functions are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Count, Sum, Min, Max, Average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D3BD39-97DF-4297-8B7A-9B2C2B2D5D09}"/>
              </a:ext>
            </a:extLst>
          </p:cNvPr>
          <p:cNvSpPr/>
          <p:nvPr/>
        </p:nvSpPr>
        <p:spPr>
          <a:xfrm>
            <a:off x="7018317" y="3800104"/>
            <a:ext cx="1496291" cy="4571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3DCA0ED-DC17-4AD7-8120-0A72F85C3359}"/>
                  </a:ext>
                </a:extLst>
              </p14:cNvPr>
              <p14:cNvContentPartPr/>
              <p14:nvPr/>
            </p14:nvContentPartPr>
            <p14:xfrm>
              <a:off x="6938280" y="3491640"/>
              <a:ext cx="1581120" cy="1879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3DCA0ED-DC17-4AD7-8120-0A72F85C335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22440" y="3428280"/>
                <a:ext cx="1612440" cy="31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3D59A1C-E8A1-4B9E-A05C-931AECE1A9BC}"/>
                  </a:ext>
                </a:extLst>
              </p14:cNvPr>
              <p14:cNvContentPartPr/>
              <p14:nvPr/>
            </p14:nvContentPartPr>
            <p14:xfrm>
              <a:off x="6099120" y="4250520"/>
              <a:ext cx="651960" cy="450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3D59A1C-E8A1-4B9E-A05C-931AECE1A9B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83280" y="4187160"/>
                <a:ext cx="68328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34960D3-F9B5-442D-AFD7-7317DD2600BB}"/>
                  </a:ext>
                </a:extLst>
              </p14:cNvPr>
              <p14:cNvContentPartPr/>
              <p14:nvPr/>
            </p14:nvContentPartPr>
            <p14:xfrm>
              <a:off x="7116840" y="4330800"/>
              <a:ext cx="339840" cy="18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34960D3-F9B5-442D-AFD7-7317DD2600B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01000" y="4267440"/>
                <a:ext cx="37116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1B52DD1-1CB4-457F-8B69-DEAD6D38226E}"/>
                  </a:ext>
                </a:extLst>
              </p14:cNvPr>
              <p14:cNvContentPartPr/>
              <p14:nvPr/>
            </p14:nvContentPartPr>
            <p14:xfrm>
              <a:off x="7777800" y="4313160"/>
              <a:ext cx="303840" cy="536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1B52DD1-1CB4-457F-8B69-DEAD6D38226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761960" y="4249800"/>
                <a:ext cx="33516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B314588-E386-4227-8991-C2A977C72FB7}"/>
                  </a:ext>
                </a:extLst>
              </p14:cNvPr>
              <p14:cNvContentPartPr/>
              <p14:nvPr/>
            </p14:nvContentPartPr>
            <p14:xfrm>
              <a:off x="8608320" y="4384440"/>
              <a:ext cx="187920" cy="450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B314588-E386-4227-8991-C2A977C72FB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592480" y="4321080"/>
                <a:ext cx="21924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0D28726-A8C6-40E0-9A7E-2906A7FB6BB9}"/>
                  </a:ext>
                </a:extLst>
              </p14:cNvPr>
              <p14:cNvContentPartPr/>
              <p14:nvPr/>
            </p14:nvContentPartPr>
            <p14:xfrm>
              <a:off x="9170640" y="4384440"/>
              <a:ext cx="652320" cy="540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0D28726-A8C6-40E0-9A7E-2906A7FB6BB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154800" y="4321080"/>
                <a:ext cx="683640" cy="180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13444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Count Values</a:t>
            </a:r>
            <a:endParaRPr lang="en-US" dirty="0"/>
          </a:p>
        </p:txBody>
      </p:sp>
      <p:sp>
        <p:nvSpPr>
          <p:cNvPr id="637955" name="Text Box 3"/>
          <p:cNvSpPr txBox="1">
            <a:spLocks noChangeArrowheads="1"/>
          </p:cNvSpPr>
          <p:nvPr/>
        </p:nvSpPr>
        <p:spPr bwMode="auto">
          <a:xfrm>
            <a:off x="740243" y="928612"/>
            <a:ext cx="1036702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Requirement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: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Count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how many movies belong to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each rating code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The answer should be in this format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914400" marR="0" lvl="1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1C0ECC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G	   24</a:t>
            </a:r>
          </a:p>
          <a:p>
            <a:pPr marL="914400" marR="0" lvl="1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1C0ECC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PG	   45</a:t>
            </a:r>
          </a:p>
          <a:p>
            <a:pPr marL="914400" marR="0" lvl="1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1C0ECC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M	 121</a:t>
            </a:r>
          </a:p>
          <a:p>
            <a:pPr marL="914400" marR="0" lvl="1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1C0ECC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MA   83</a:t>
            </a:r>
          </a:p>
          <a:p>
            <a:pPr marL="914400" marR="0" lvl="1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1C0ECC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R	     5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1C0ECC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This query must display the Rating Code in column 1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This query must display the Count value in column 2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BB4735C-C4CA-4C48-ADB9-57AB594B922E}"/>
                  </a:ext>
                </a:extLst>
              </p14:cNvPr>
              <p14:cNvContentPartPr/>
              <p14:nvPr/>
            </p14:nvContentPartPr>
            <p14:xfrm>
              <a:off x="678600" y="2312640"/>
              <a:ext cx="1884600" cy="2090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BB4735C-C4CA-4C48-ADB9-57AB594B922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2760" y="2249280"/>
                <a:ext cx="1915920" cy="2216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42923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Totals</a:t>
            </a:r>
            <a:endParaRPr lang="en-US" dirty="0"/>
          </a:p>
        </p:txBody>
      </p:sp>
      <p:sp>
        <p:nvSpPr>
          <p:cNvPr id="637955" name="Text Box 3"/>
          <p:cNvSpPr txBox="1">
            <a:spLocks noChangeArrowheads="1"/>
          </p:cNvSpPr>
          <p:nvPr/>
        </p:nvSpPr>
        <p:spPr bwMode="auto">
          <a:xfrm>
            <a:off x="740243" y="928612"/>
            <a:ext cx="10367028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In Query Design Ribbon, click on the Totals icon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This adds a Total row to the 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Query Design Grid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243" y="1732102"/>
            <a:ext cx="11170920" cy="1427957"/>
          </a:xfrm>
          <a:prstGeom prst="rect">
            <a:avLst/>
          </a:prstGeom>
        </p:spPr>
      </p:pic>
      <p:cxnSp>
        <p:nvCxnSpPr>
          <p:cNvPr id="11" name="Straight Arrow Connector 10"/>
          <p:cNvCxnSpPr/>
          <p:nvPr/>
        </p:nvCxnSpPr>
        <p:spPr>
          <a:xfrm>
            <a:off x="10181104" y="1159444"/>
            <a:ext cx="470648" cy="57265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0053" y="3501884"/>
            <a:ext cx="4926947" cy="3012209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>
            <a:off x="4974406" y="4697732"/>
            <a:ext cx="771293" cy="1087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6CAE472-8E65-47F8-88A1-F6607DA68A71}"/>
                  </a:ext>
                </a:extLst>
              </p14:cNvPr>
              <p14:cNvContentPartPr/>
              <p14:nvPr/>
            </p14:nvContentPartPr>
            <p14:xfrm>
              <a:off x="10617480" y="2152080"/>
              <a:ext cx="500400" cy="3484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6CAE472-8E65-47F8-88A1-F6607DA68A7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601640" y="2088720"/>
                <a:ext cx="531720" cy="47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5EE23AC-944C-4B0B-9CC7-1F3AC04D161F}"/>
                  </a:ext>
                </a:extLst>
              </p14:cNvPr>
              <p14:cNvContentPartPr/>
              <p14:nvPr/>
            </p14:nvContentPartPr>
            <p14:xfrm>
              <a:off x="10697760" y="2107440"/>
              <a:ext cx="536040" cy="80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5EE23AC-944C-4B0B-9CC7-1F3AC04D161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681920" y="2044080"/>
                <a:ext cx="567360" cy="20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2528751-9EF1-42C6-A6BA-41BDE65BE927}"/>
                  </a:ext>
                </a:extLst>
              </p14:cNvPr>
              <p14:cNvContentPartPr/>
              <p14:nvPr/>
            </p14:nvContentPartPr>
            <p14:xfrm>
              <a:off x="5777640" y="4625640"/>
              <a:ext cx="902160" cy="806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2528751-9EF1-42C6-A6BA-41BDE65BE92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761800" y="4562280"/>
                <a:ext cx="933480" cy="207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74942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Totals</a:t>
            </a:r>
            <a:endParaRPr lang="en-US" dirty="0"/>
          </a:p>
        </p:txBody>
      </p:sp>
      <p:sp>
        <p:nvSpPr>
          <p:cNvPr id="637955" name="Text Box 3"/>
          <p:cNvSpPr txBox="1">
            <a:spLocks noChangeArrowheads="1"/>
          </p:cNvSpPr>
          <p:nvPr/>
        </p:nvSpPr>
        <p:spPr bwMode="auto">
          <a:xfrm>
            <a:off x="740243" y="928612"/>
            <a:ext cx="10367028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Add the field </a:t>
            </a:r>
            <a:r>
              <a:rPr kumimoji="0" lang="en-AU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RatingCode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to the Design Grid.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The Total operation says Group By.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This means that all of the </a:t>
            </a:r>
            <a:r>
              <a:rPr kumimoji="0" lang="en-AU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RatingCodes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in the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records will be Grouped.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G is a group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PG is a group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MA is a group…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5487" y="928612"/>
            <a:ext cx="4052427" cy="285778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5EEA7B3-0642-4A96-84DB-8BE0827DA6A3}"/>
                  </a:ext>
                </a:extLst>
              </p14:cNvPr>
              <p14:cNvContentPartPr/>
              <p14:nvPr/>
            </p14:nvContentPartPr>
            <p14:xfrm>
              <a:off x="9501120" y="2768040"/>
              <a:ext cx="402120" cy="1792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5EEA7B3-0642-4A96-84DB-8BE0827DA6A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485280" y="2704680"/>
                <a:ext cx="433440" cy="30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BDAC112-FDB9-4FD0-A94B-9635F72C0EEB}"/>
                  </a:ext>
                </a:extLst>
              </p14:cNvPr>
              <p14:cNvContentPartPr/>
              <p14:nvPr/>
            </p14:nvContentPartPr>
            <p14:xfrm>
              <a:off x="8474400" y="2035800"/>
              <a:ext cx="1045080" cy="1076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BDAC112-FDB9-4FD0-A94B-9635F72C0EE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458560" y="1972440"/>
                <a:ext cx="1076400" cy="234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70730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Totals</a:t>
            </a:r>
            <a:endParaRPr lang="en-US" dirty="0"/>
          </a:p>
        </p:txBody>
      </p:sp>
      <p:sp>
        <p:nvSpPr>
          <p:cNvPr id="637955" name="Text Box 3"/>
          <p:cNvSpPr txBox="1">
            <a:spLocks noChangeArrowheads="1"/>
          </p:cNvSpPr>
          <p:nvPr/>
        </p:nvSpPr>
        <p:spPr bwMode="auto">
          <a:xfrm>
            <a:off x="740243" y="928612"/>
            <a:ext cx="10367028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If we ran this query as it is, then we simply have a list of </a:t>
            </a:r>
            <a:r>
              <a:rPr kumimoji="0" lang="en-AU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RatingCodes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that appear in the Movie table.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Not really useful.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5848" y="1648403"/>
            <a:ext cx="3416208" cy="301568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832" y="2743964"/>
            <a:ext cx="4052427" cy="2857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072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Totals</a:t>
            </a:r>
            <a:endParaRPr lang="en-US" dirty="0"/>
          </a:p>
        </p:txBody>
      </p:sp>
      <p:sp>
        <p:nvSpPr>
          <p:cNvPr id="637955" name="Text Box 3"/>
          <p:cNvSpPr txBox="1">
            <a:spLocks noChangeArrowheads="1"/>
          </p:cNvSpPr>
          <p:nvPr/>
        </p:nvSpPr>
        <p:spPr bwMode="auto">
          <a:xfrm>
            <a:off x="740243" y="928612"/>
            <a:ext cx="10367028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Add the field </a:t>
            </a:r>
            <a:r>
              <a:rPr kumimoji="0" lang="en-AU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RatingCode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for a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second time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to the Design Grid.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This time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change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the type of Total 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(or aggregation) you want to perform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In this example, 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we will select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Count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from the 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pull down menu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Running the query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shows the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count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value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for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each </a:t>
            </a:r>
            <a:r>
              <a:rPr kumimoji="0" lang="en-AU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ratingcode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9123" y="4488704"/>
            <a:ext cx="5138027" cy="213808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4588" y="1457512"/>
            <a:ext cx="5609113" cy="2068609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6700" y="2876306"/>
            <a:ext cx="1991405" cy="375048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90A53F6-75F6-446A-8273-F9EDBE469BB4}"/>
                  </a:ext>
                </a:extLst>
              </p14:cNvPr>
              <p14:cNvContentPartPr/>
              <p14:nvPr/>
            </p14:nvContentPartPr>
            <p14:xfrm>
              <a:off x="9313560" y="4956120"/>
              <a:ext cx="2224080" cy="1519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90A53F6-75F6-446A-8273-F9EDBE469BB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297720" y="4892760"/>
                <a:ext cx="2255400" cy="278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70351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Changing the column heading</a:t>
            </a:r>
            <a:endParaRPr lang="en-US" dirty="0"/>
          </a:p>
        </p:txBody>
      </p:sp>
      <p:sp>
        <p:nvSpPr>
          <p:cNvPr id="637955" name="Text Box 3"/>
          <p:cNvSpPr txBox="1">
            <a:spLocks noChangeArrowheads="1"/>
          </p:cNvSpPr>
          <p:nvPr/>
        </p:nvSpPr>
        <p:spPr bwMode="auto">
          <a:xfrm>
            <a:off x="740243" y="928612"/>
            <a:ext cx="10367028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The column heading 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r>
              <a:rPr kumimoji="0" lang="en-AU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CountOfRATINGCODE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is not very 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professional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Add a new column heading by placing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the new heading followed by a semi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colon : character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prefix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in front of the 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field name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E.g.    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Total: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RATINGCODE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Note: This technique applies to any column 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heading in any query that you create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5341" y="1164657"/>
            <a:ext cx="5827059" cy="209269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2645" y="3862609"/>
            <a:ext cx="4914544" cy="2820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1356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Another example of Group By</a:t>
            </a:r>
            <a:endParaRPr lang="en-US" dirty="0"/>
          </a:p>
        </p:txBody>
      </p:sp>
      <p:sp>
        <p:nvSpPr>
          <p:cNvPr id="637955" name="Text Box 3"/>
          <p:cNvSpPr txBox="1">
            <a:spLocks noChangeArrowheads="1"/>
          </p:cNvSpPr>
          <p:nvPr/>
        </p:nvSpPr>
        <p:spPr bwMode="auto">
          <a:xfrm>
            <a:off x="715331" y="928611"/>
            <a:ext cx="10367028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This is a similar example.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In this case, the query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groups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records by </a:t>
            </a:r>
            <a:r>
              <a:rPr kumimoji="0" lang="en-AU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relyear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For each </a:t>
            </a:r>
            <a:r>
              <a:rPr kumimoji="0" lang="en-AU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relyear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value, the total number of records 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is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counted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873" y="3425591"/>
            <a:ext cx="5910124" cy="246422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2509" y="1301146"/>
            <a:ext cx="3829891" cy="369090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98E0533-C6F9-4DB6-89C4-A69130F9F4CF}"/>
                  </a:ext>
                </a:extLst>
              </p14:cNvPr>
              <p14:cNvContentPartPr/>
              <p14:nvPr/>
            </p14:nvContentPartPr>
            <p14:xfrm>
              <a:off x="2134080" y="4500720"/>
              <a:ext cx="857880" cy="180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98E0533-C6F9-4DB6-89C4-A69130F9F4C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18240" y="4437360"/>
                <a:ext cx="889200" cy="14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1F14AC4-63CF-43E4-BDCE-68B5496CDAE3}"/>
                  </a:ext>
                </a:extLst>
              </p14:cNvPr>
              <p14:cNvContentPartPr/>
              <p14:nvPr/>
            </p14:nvContentPartPr>
            <p14:xfrm>
              <a:off x="2196720" y="4723920"/>
              <a:ext cx="1036080" cy="45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1F14AC4-63CF-43E4-BDCE-68B5496CDAE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80880" y="4660560"/>
                <a:ext cx="106740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6751CAF-074C-478D-B2F7-E0D74902470A}"/>
                  </a:ext>
                </a:extLst>
              </p14:cNvPr>
              <p14:cNvContentPartPr/>
              <p14:nvPr/>
            </p14:nvContentPartPr>
            <p14:xfrm>
              <a:off x="9563760" y="1544760"/>
              <a:ext cx="1580760" cy="5094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6751CAF-074C-478D-B2F7-E0D74902470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547920" y="1481400"/>
                <a:ext cx="1612080" cy="636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8216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37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Two columns with Group By </a:t>
            </a:r>
            <a:endParaRPr lang="en-US" dirty="0"/>
          </a:p>
        </p:txBody>
      </p:sp>
      <p:sp>
        <p:nvSpPr>
          <p:cNvPr id="637955" name="Text Box 3"/>
          <p:cNvSpPr txBox="1">
            <a:spLocks noChangeArrowheads="1"/>
          </p:cNvSpPr>
          <p:nvPr/>
        </p:nvSpPr>
        <p:spPr bwMode="auto">
          <a:xfrm>
            <a:off x="740243" y="928612"/>
            <a:ext cx="10367028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Requirement: Count the number of movies in 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each rating code for each release year.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The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1</a:t>
            </a:r>
            <a:r>
              <a:rPr kumimoji="0" lang="en-AU" sz="24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st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column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groups data by </a:t>
            </a:r>
            <a:r>
              <a:rPr kumimoji="0" lang="en-AU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Relyear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The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2</a:t>
            </a:r>
            <a:r>
              <a:rPr kumimoji="0" lang="en-AU" sz="24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nd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column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groups data by </a:t>
            </a:r>
            <a:r>
              <a:rPr kumimoji="0" lang="en-AU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RatingCode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within a </a:t>
            </a:r>
            <a:r>
              <a:rPr kumimoji="0" lang="en-AU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Relyear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The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3</a:t>
            </a:r>
            <a:r>
              <a:rPr kumimoji="0" lang="en-AU" sz="24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rd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column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shows the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count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of movies for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each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group combination.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2505" y="713459"/>
            <a:ext cx="5554661" cy="419655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96" y="4129368"/>
            <a:ext cx="7172940" cy="2190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70753" y="4919357"/>
            <a:ext cx="273651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2016 has 11 movies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Of those: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 have an M rating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 have a PG rating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 has a G rating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 has a MA rating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A823CC-567B-4C09-9F80-7AA1005CC2ED}"/>
              </a:ext>
            </a:extLst>
          </p:cNvPr>
          <p:cNvSpPr/>
          <p:nvPr/>
        </p:nvSpPr>
        <p:spPr>
          <a:xfrm>
            <a:off x="1092530" y="5367647"/>
            <a:ext cx="558140" cy="4571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B9C7587-B41E-4553-A390-918679C269E8}"/>
                  </a:ext>
                </a:extLst>
              </p14:cNvPr>
              <p14:cNvContentPartPr/>
              <p14:nvPr/>
            </p14:nvContentPartPr>
            <p14:xfrm>
              <a:off x="1107360" y="4956120"/>
              <a:ext cx="973440" cy="716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B9C7587-B41E-4553-A390-918679C269E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91520" y="4892760"/>
                <a:ext cx="1004760" cy="19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F7F57C9-99AE-4D39-9A1D-CA32502DA97D}"/>
                  </a:ext>
                </a:extLst>
              </p14:cNvPr>
              <p14:cNvContentPartPr/>
              <p14:nvPr/>
            </p14:nvContentPartPr>
            <p14:xfrm>
              <a:off x="3089520" y="4964760"/>
              <a:ext cx="821880" cy="630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F7F57C9-99AE-4D39-9A1D-CA32502DA97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73680" y="4901400"/>
                <a:ext cx="85320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50BA88F-DF73-4BCE-95AB-DB2C79700FC3}"/>
                  </a:ext>
                </a:extLst>
              </p14:cNvPr>
              <p14:cNvContentPartPr/>
              <p14:nvPr/>
            </p14:nvContentPartPr>
            <p14:xfrm>
              <a:off x="7742160" y="1491120"/>
              <a:ext cx="330480" cy="630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50BA88F-DF73-4BCE-95AB-DB2C79700FC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726320" y="1427760"/>
                <a:ext cx="36180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69A6EFC-927F-4F76-8AF6-B6328CDEAB18}"/>
                  </a:ext>
                </a:extLst>
              </p14:cNvPr>
              <p14:cNvContentPartPr/>
              <p14:nvPr/>
            </p14:nvContentPartPr>
            <p14:xfrm>
              <a:off x="8259840" y="1482480"/>
              <a:ext cx="98640" cy="270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69A6EFC-927F-4F76-8AF6-B6328CDEAB1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244000" y="1419120"/>
                <a:ext cx="12996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5EFC1F8-7AA9-432E-B66A-647FAF2D0FC9}"/>
                  </a:ext>
                </a:extLst>
              </p14:cNvPr>
              <p14:cNvContentPartPr/>
              <p14:nvPr/>
            </p14:nvContentPartPr>
            <p14:xfrm>
              <a:off x="8242200" y="1759320"/>
              <a:ext cx="2700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5EFC1F8-7AA9-432E-B66A-647FAF2D0FC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226360" y="1695960"/>
                <a:ext cx="5832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F765F16-A851-4049-AF86-CF9476120A01}"/>
                  </a:ext>
                </a:extLst>
              </p14:cNvPr>
              <p14:cNvContentPartPr/>
              <p14:nvPr/>
            </p14:nvContentPartPr>
            <p14:xfrm>
              <a:off x="8251200" y="2071800"/>
              <a:ext cx="29484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F765F16-A851-4049-AF86-CF9476120A0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235360" y="2008440"/>
                <a:ext cx="32616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BCD1BB0-457B-411C-9F1A-136D7E95D723}"/>
                  </a:ext>
                </a:extLst>
              </p14:cNvPr>
              <p14:cNvContentPartPr/>
              <p14:nvPr/>
            </p14:nvContentPartPr>
            <p14:xfrm>
              <a:off x="8277840" y="2268000"/>
              <a:ext cx="134280" cy="18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BCD1BB0-457B-411C-9F1A-136D7E95D72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262000" y="2204640"/>
                <a:ext cx="16560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7211518-15CD-4657-AA1B-5E640ED099F5}"/>
                  </a:ext>
                </a:extLst>
              </p14:cNvPr>
              <p14:cNvContentPartPr/>
              <p14:nvPr/>
            </p14:nvContentPartPr>
            <p14:xfrm>
              <a:off x="11983680" y="1500120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7211518-15CD-4657-AA1B-5E640ED099F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1967840" y="1436760"/>
                <a:ext cx="3168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B157E29-7FF5-4C1C-883E-A60559B95971}"/>
                  </a:ext>
                </a:extLst>
              </p14:cNvPr>
              <p14:cNvContentPartPr/>
              <p14:nvPr/>
            </p14:nvContentPartPr>
            <p14:xfrm>
              <a:off x="11939040" y="1794960"/>
              <a:ext cx="9360" cy="9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B157E29-7FF5-4C1C-883E-A60559B9597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1923200" y="1731600"/>
                <a:ext cx="4068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3B3354F-32FC-4F64-95E8-D146938271CB}"/>
                  </a:ext>
                </a:extLst>
              </p14:cNvPr>
              <p14:cNvContentPartPr/>
              <p14:nvPr/>
            </p14:nvContentPartPr>
            <p14:xfrm>
              <a:off x="8188560" y="2553840"/>
              <a:ext cx="152280" cy="45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3B3354F-32FC-4F64-95E8-D146938271C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172720" y="2490480"/>
                <a:ext cx="18360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E3F6605-F0A8-4A67-852C-41BB918750E6}"/>
                  </a:ext>
                </a:extLst>
              </p14:cNvPr>
              <p14:cNvContentPartPr/>
              <p14:nvPr/>
            </p14:nvContentPartPr>
            <p14:xfrm>
              <a:off x="8268840" y="2839680"/>
              <a:ext cx="232560" cy="270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E3F6605-F0A8-4A67-852C-41BB918750E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253000" y="2776320"/>
                <a:ext cx="263880" cy="15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09516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37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Two columns with Group By </a:t>
            </a:r>
            <a:endParaRPr lang="en-US" dirty="0"/>
          </a:p>
        </p:txBody>
      </p:sp>
      <p:sp>
        <p:nvSpPr>
          <p:cNvPr id="637955" name="Text Box 3"/>
          <p:cNvSpPr txBox="1">
            <a:spLocks noChangeArrowheads="1"/>
          </p:cNvSpPr>
          <p:nvPr/>
        </p:nvSpPr>
        <p:spPr bwMode="auto">
          <a:xfrm>
            <a:off x="740243" y="880054"/>
            <a:ext cx="10367028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This example demonstrates the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AVG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aggregation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function.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The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average TMDB scor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e is calculated for each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year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1412" y="928612"/>
            <a:ext cx="4572000" cy="478715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4894" y="3429000"/>
            <a:ext cx="5844444" cy="2382578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 flipH="1">
            <a:off x="4833912" y="4276165"/>
            <a:ext cx="1089845" cy="24204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48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37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Two columns with Group By </a:t>
            </a:r>
            <a:endParaRPr lang="en-US" dirty="0"/>
          </a:p>
        </p:txBody>
      </p:sp>
      <p:sp>
        <p:nvSpPr>
          <p:cNvPr id="637955" name="Text Box 3"/>
          <p:cNvSpPr txBox="1">
            <a:spLocks noChangeArrowheads="1"/>
          </p:cNvSpPr>
          <p:nvPr/>
        </p:nvSpPr>
        <p:spPr bwMode="auto">
          <a:xfrm>
            <a:off x="740243" y="928612"/>
            <a:ext cx="10367028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The round the AVG calculation, we can use 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the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Round() function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Round()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requires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	the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value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that you want to round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	the number of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decimal places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required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Write the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expression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in the Field cell: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488" y="3913094"/>
            <a:ext cx="10341458" cy="247403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706" y="256731"/>
            <a:ext cx="3142129" cy="3397709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 flipH="1">
            <a:off x="6564079" y="3173506"/>
            <a:ext cx="630097" cy="88949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7068DBB-0AC6-4B1F-A2D6-1D40038601DF}"/>
                  </a:ext>
                </a:extLst>
              </p14:cNvPr>
              <p14:cNvContentPartPr/>
              <p14:nvPr/>
            </p14:nvContentPartPr>
            <p14:xfrm>
              <a:off x="1375200" y="2027160"/>
              <a:ext cx="518400" cy="527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7068DBB-0AC6-4B1F-A2D6-1D40038601D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59360" y="1963800"/>
                <a:ext cx="549720" cy="65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45835DB-9400-4A6C-B91E-7C66BC45D1C0}"/>
                  </a:ext>
                </a:extLst>
              </p14:cNvPr>
              <p14:cNvContentPartPr/>
              <p14:nvPr/>
            </p14:nvContentPartPr>
            <p14:xfrm>
              <a:off x="5438160" y="4295160"/>
              <a:ext cx="2505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45835DB-9400-4A6C-B91E-7C66BC45D1C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22320" y="4231800"/>
                <a:ext cx="28188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F22EADF-58DE-41C2-8AE0-748860C762FE}"/>
                  </a:ext>
                </a:extLst>
              </p14:cNvPr>
              <p14:cNvContentPartPr/>
              <p14:nvPr/>
            </p14:nvContentPartPr>
            <p14:xfrm>
              <a:off x="6054480" y="4277160"/>
              <a:ext cx="589680" cy="450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F22EADF-58DE-41C2-8AE0-748860C762F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038640" y="4213800"/>
                <a:ext cx="62100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BAF04E4-4AC4-4593-99AB-493A0662BC09}"/>
                  </a:ext>
                </a:extLst>
              </p14:cNvPr>
              <p14:cNvContentPartPr/>
              <p14:nvPr/>
            </p14:nvContentPartPr>
            <p14:xfrm>
              <a:off x="6920640" y="4375440"/>
              <a:ext cx="3600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BAF04E4-4AC4-4593-99AB-493A0662BC0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904800" y="4312080"/>
                <a:ext cx="6732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46E63C3-1333-412C-92D8-F63CEB8BD9C7}"/>
                  </a:ext>
                </a:extLst>
              </p14:cNvPr>
              <p14:cNvContentPartPr/>
              <p14:nvPr/>
            </p14:nvContentPartPr>
            <p14:xfrm>
              <a:off x="7116840" y="4268520"/>
              <a:ext cx="153648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46E63C3-1333-412C-92D8-F63CEB8BD9C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101000" y="4205160"/>
                <a:ext cx="156780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A843148-31C6-4BEF-93F9-00F53FF5AB85}"/>
                  </a:ext>
                </a:extLst>
              </p14:cNvPr>
              <p14:cNvContentPartPr/>
              <p14:nvPr/>
            </p14:nvContentPartPr>
            <p14:xfrm>
              <a:off x="9028080" y="4214880"/>
              <a:ext cx="116280" cy="1699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A843148-31C6-4BEF-93F9-00F53FF5AB8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012240" y="4151520"/>
                <a:ext cx="147600" cy="29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829824D-FF43-488A-BE39-B516490FAF26}"/>
                  </a:ext>
                </a:extLst>
              </p14:cNvPr>
              <p14:cNvContentPartPr/>
              <p14:nvPr/>
            </p14:nvContentPartPr>
            <p14:xfrm>
              <a:off x="10420920" y="776880"/>
              <a:ext cx="1375560" cy="30366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829824D-FF43-488A-BE39-B516490FAF2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405080" y="713520"/>
                <a:ext cx="1406880" cy="3163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05931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37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Two columns with Group By </a:t>
            </a:r>
            <a:endParaRPr lang="en-US" dirty="0"/>
          </a:p>
        </p:txBody>
      </p:sp>
      <p:sp>
        <p:nvSpPr>
          <p:cNvPr id="637955" name="Text Box 3"/>
          <p:cNvSpPr txBox="1">
            <a:spLocks noChangeArrowheads="1"/>
          </p:cNvSpPr>
          <p:nvPr/>
        </p:nvSpPr>
        <p:spPr bwMode="auto">
          <a:xfrm>
            <a:off x="740243" y="928612"/>
            <a:ext cx="1036702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Access automatically adds the column name prefix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Expr1.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You can replace this prefix with any heading that you want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647" y="2503576"/>
            <a:ext cx="7153654" cy="103177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646" y="4242164"/>
            <a:ext cx="7207741" cy="170021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642" y="1987391"/>
            <a:ext cx="3665266" cy="3031930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 flipH="1">
            <a:off x="4140467" y="3503356"/>
            <a:ext cx="630097" cy="88949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 flipV="1">
            <a:off x="4140467" y="3019464"/>
            <a:ext cx="630098" cy="51589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10922865" y="1428755"/>
            <a:ext cx="630097" cy="88949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CC3E040-EE35-417F-9E58-32251FCBC536}"/>
                  </a:ext>
                </a:extLst>
              </p14:cNvPr>
              <p14:cNvContentPartPr/>
              <p14:nvPr/>
            </p14:nvContentPartPr>
            <p14:xfrm>
              <a:off x="4339800" y="2777040"/>
              <a:ext cx="3340080" cy="1432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CC3E040-EE35-417F-9E58-32251FCBC53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323960" y="2713680"/>
                <a:ext cx="3371400" cy="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E07DD5E-DEF4-4785-AC7D-07F27A67C10A}"/>
                  </a:ext>
                </a:extLst>
              </p14:cNvPr>
              <p14:cNvContentPartPr/>
              <p14:nvPr/>
            </p14:nvContentPartPr>
            <p14:xfrm>
              <a:off x="4241520" y="2857320"/>
              <a:ext cx="360" cy="986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E07DD5E-DEF4-4785-AC7D-07F27A67C10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225680" y="2793960"/>
                <a:ext cx="3168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686ACB8-9650-4A66-B62A-BB593F373EA3}"/>
                  </a:ext>
                </a:extLst>
              </p14:cNvPr>
              <p14:cNvContentPartPr/>
              <p14:nvPr/>
            </p14:nvContentPartPr>
            <p14:xfrm>
              <a:off x="3875400" y="2839680"/>
              <a:ext cx="30420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686ACB8-9650-4A66-B62A-BB593F373EA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859560" y="2776320"/>
                <a:ext cx="335520" cy="12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05170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37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Two columns with Group By </a:t>
            </a:r>
            <a:endParaRPr lang="en-US" dirty="0"/>
          </a:p>
        </p:txBody>
      </p:sp>
      <p:sp>
        <p:nvSpPr>
          <p:cNvPr id="637955" name="Text Box 3"/>
          <p:cNvSpPr txBox="1">
            <a:spLocks noChangeArrowheads="1"/>
          </p:cNvSpPr>
          <p:nvPr/>
        </p:nvSpPr>
        <p:spPr bwMode="auto">
          <a:xfrm>
            <a:off x="740243" y="928612"/>
            <a:ext cx="10367028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With any of the aggregate functions you can 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include a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criteria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that is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applied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to the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totals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generated by the aggregate functions.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In this case, the query will only show totals where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the average TMDB score is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greater than or </a:t>
            </a:r>
            <a:b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equal to 7.4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906" y="824766"/>
            <a:ext cx="4455460" cy="311041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050088"/>
            <a:ext cx="9690847" cy="2329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119074"/>
      </p:ext>
    </p:extLst>
  </p:cSld>
  <p:clrMapOvr>
    <a:masterClrMapping/>
  </p:clrMapOvr>
</p:sld>
</file>

<file path=ppt/theme/theme1.xml><?xml version="1.0" encoding="utf-8"?>
<a:theme xmlns:a="http://schemas.openxmlformats.org/drawingml/2006/main" name="Swinburne_Tiles">
  <a:themeElements>
    <a:clrScheme name="Swinburne">
      <a:dk1>
        <a:srgbClr val="D1161E"/>
      </a:dk1>
      <a:lt1>
        <a:srgbClr val="FFFFFF"/>
      </a:lt1>
      <a:dk2>
        <a:srgbClr val="000000"/>
      </a:dk2>
      <a:lt2>
        <a:srgbClr val="FFFFFF"/>
      </a:lt2>
      <a:accent1>
        <a:srgbClr val="4A8E10"/>
      </a:accent1>
      <a:accent2>
        <a:srgbClr val="0C64A7"/>
      </a:accent2>
      <a:accent3>
        <a:srgbClr val="16B1CF"/>
      </a:accent3>
      <a:accent4>
        <a:srgbClr val="FEAE35"/>
      </a:accent4>
      <a:accent5>
        <a:srgbClr val="6C008D"/>
      </a:accent5>
      <a:accent6>
        <a:srgbClr val="6D6F72"/>
      </a:accent6>
      <a:hlink>
        <a:srgbClr val="6D6F72"/>
      </a:hlink>
      <a:folHlink>
        <a:srgbClr val="D1161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629</Words>
  <Application>Microsoft Office PowerPoint</Application>
  <PresentationFormat>Widescreen</PresentationFormat>
  <Paragraphs>112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Open Sans</vt:lpstr>
      <vt:lpstr>Swinburne_Tiles</vt:lpstr>
      <vt:lpstr>INF10025 Data Management and Analytics</vt:lpstr>
      <vt:lpstr>Totals</vt:lpstr>
      <vt:lpstr>Count Values</vt:lpstr>
      <vt:lpstr>Totals</vt:lpstr>
      <vt:lpstr>Totals</vt:lpstr>
      <vt:lpstr>Totals</vt:lpstr>
      <vt:lpstr>Totals</vt:lpstr>
      <vt:lpstr>Changing the column heading</vt:lpstr>
      <vt:lpstr>Another example of Group By</vt:lpstr>
      <vt:lpstr>Two columns with Group By </vt:lpstr>
      <vt:lpstr>Two columns with Group By </vt:lpstr>
      <vt:lpstr>Two columns with Group By </vt:lpstr>
      <vt:lpstr>Two columns with Group By </vt:lpstr>
      <vt:lpstr>Two columns with Group By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INF10025 Data Management and Analytics</dc:title>
  <dc:creator>Robert Tipping</dc:creator>
  <cp:lastModifiedBy>Robert Tipping</cp:lastModifiedBy>
  <cp:revision>2</cp:revision>
  <dcterms:created xsi:type="dcterms:W3CDTF">2023-02-17T01:13:52Z</dcterms:created>
  <dcterms:modified xsi:type="dcterms:W3CDTF">2023-02-20T00:58:00Z</dcterms:modified>
</cp:coreProperties>
</file>