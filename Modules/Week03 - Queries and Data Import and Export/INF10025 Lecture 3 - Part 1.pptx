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401" r:id="rId3"/>
    <p:sldId id="402" r:id="rId4"/>
    <p:sldId id="403" r:id="rId5"/>
    <p:sldId id="388" r:id="rId6"/>
    <p:sldId id="404" r:id="rId7"/>
    <p:sldId id="405" r:id="rId8"/>
    <p:sldId id="406" r:id="rId9"/>
    <p:sldId id="414" r:id="rId10"/>
    <p:sldId id="389" r:id="rId11"/>
    <p:sldId id="40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8ABBD7-53F9-4294-B9E1-8127DB07DBE5}" type="datetimeFigureOut">
              <a:rPr lang="en-AU" smtClean="0"/>
              <a:t>22/02/2023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AE7FF-1AF4-4F0B-9B17-5F034B0F23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8685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633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540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4612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4512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6625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4535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39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0010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0639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1132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6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48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8" name="Picture 7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51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78"/>
            <a:ext cx="10972800" cy="1058779"/>
          </a:xfrm>
        </p:spPr>
        <p:txBody>
          <a:bodyPr anchor="t"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4" cy="3917482"/>
          </a:xfrm>
          <a:noFill/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244499" y="266079"/>
            <a:ext cx="675802" cy="661376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">
              <a:avLst/>
            </a:prstTxWarp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r>
              <a:rPr lang="en-US" sz="540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ata Management &amp; Analytics   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381012" y="638279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F3ACB68-B3AC-4511-9780-21946B043BB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875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5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344616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4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00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40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39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7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764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b="1"/>
              <a:t>Week 03 – Part 1</a:t>
            </a:r>
            <a:endParaRPr lang="en-AU" b="1" dirty="0"/>
          </a:p>
          <a:p>
            <a:r>
              <a:rPr lang="en-AU" dirty="0"/>
              <a:t>Queries with Parameters</a:t>
            </a:r>
          </a:p>
        </p:txBody>
      </p:sp>
    </p:spTree>
    <p:extLst>
      <p:ext uri="{BB962C8B-B14F-4D97-AF65-F5344CB8AC3E}">
        <p14:creationId xmlns:p14="http://schemas.microsoft.com/office/powerpoint/2010/main" val="1421075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Queries with Parameters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79" y="832728"/>
            <a:ext cx="106833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example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creates a query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which retrieves all movies with the release year 2015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428" y="1313394"/>
            <a:ext cx="7233995" cy="5242614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233640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Queries with Parameters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71565"/>
            <a:ext cx="101055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could create a similar query for movies of 2014.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Eventually you create a number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very similar queries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that simply have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different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criteria value.  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long list of queries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leads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clutter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confusion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2810557"/>
            <a:ext cx="5191125" cy="361950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-468" t="-451" r="47714" b="451"/>
          <a:stretch/>
        </p:blipFill>
        <p:spPr>
          <a:xfrm>
            <a:off x="7933883" y="2540210"/>
            <a:ext cx="3592072" cy="325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48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Queries with Parameters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56066"/>
            <a:ext cx="1126210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alternative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is to create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Parameter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parameter is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temporary storage location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that is given a name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E.g. Find Year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Then in the criteria for year add this: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[Find Year]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you run the query, Access will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ask you a question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					  Finally the correct records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retrieved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53966"/>
          <a:stretch/>
        </p:blipFill>
        <p:spPr>
          <a:xfrm>
            <a:off x="4978542" y="4634252"/>
            <a:ext cx="7177053" cy="18440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88" y="3943402"/>
            <a:ext cx="3692617" cy="213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54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Queries with Parameters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56066"/>
            <a:ext cx="1010553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Click on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Parameters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icon in the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create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Parameter Name.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name may contain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spaces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specify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for the parameter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Generally you would use: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ShortText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Integer – whole number no decimal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Decimal – a number with decimal places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29057"/>
            <a:ext cx="10593972" cy="1290157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9113855" y="1255089"/>
            <a:ext cx="803868" cy="13305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750" y="2737456"/>
            <a:ext cx="3305636" cy="391532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t="707"/>
          <a:stretch/>
        </p:blipFill>
        <p:spPr>
          <a:xfrm>
            <a:off x="8529568" y="3466356"/>
            <a:ext cx="2085975" cy="272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275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Queries with Parameters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346"/>
            <a:ext cx="10105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 the parameter name to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Criteria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for the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RelYear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field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the query.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398" y="3575239"/>
            <a:ext cx="5348716" cy="29853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558924"/>
            <a:ext cx="5558971" cy="500164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398" y="1366977"/>
            <a:ext cx="3692617" cy="213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97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Queries with Parameters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346"/>
            <a:ext cx="1010553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combine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two queries with parameters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new query uses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Movies of a Specified Rating and Year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as its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uses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new Parameter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named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Find Rating Code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68" y="4920379"/>
            <a:ext cx="11320932" cy="188682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791" y="2179026"/>
            <a:ext cx="3549134" cy="21866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/>
          <a:srcRect r="27415"/>
          <a:stretch/>
        </p:blipFill>
        <p:spPr>
          <a:xfrm>
            <a:off x="6779634" y="2045635"/>
            <a:ext cx="4283629" cy="245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15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Queries with Parameters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346"/>
            <a:ext cx="1010553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the query is executed,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both parameters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deployed to retrieve the required records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b="46685"/>
          <a:stretch/>
        </p:blipFill>
        <p:spPr>
          <a:xfrm>
            <a:off x="698325" y="4086732"/>
            <a:ext cx="10016806" cy="21113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783" y="1774823"/>
            <a:ext cx="3470971" cy="19984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0937" y="1774823"/>
            <a:ext cx="3535698" cy="199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607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Copying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9"/>
            <a:ext cx="10972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are about to make a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copy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a table.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is something that you generally want to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avoid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Why 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Imagine a Student table. It stores your id, name, address, phone number…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Now if you make a copy of the table, two tables store your id, name, address, phone…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you make a change to your phone no, which table should get updated?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you guarantee that both tables are updated? No.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it possible for the data is two tables to get 'out of synch'? Yes.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Storing the same data in two tables causes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Redundant Data.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redundancy can lead to: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* multiple versions of the truth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loss of data integrity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However we sometimes want to play or test some Data and we can Simply make a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Copy of Table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paste it in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 Then use this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Copied Table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play with the Data</a:t>
            </a:r>
          </a:p>
        </p:txBody>
      </p:sp>
    </p:spTree>
    <p:extLst>
      <p:ext uri="{BB962C8B-B14F-4D97-AF65-F5344CB8AC3E}">
        <p14:creationId xmlns:p14="http://schemas.microsoft.com/office/powerpoint/2010/main" val="3410335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Make Table and Append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7417163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Suppose you want to make a copy of the movies of the year 2000 and store them in a separate table.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 copy rows from the movie table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a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new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table named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Movies of 2012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 use the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Table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icon. When executed via the run icon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new table is created.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Warning: This causes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Redundant Data!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Useful if you want a new</a:t>
            </a:r>
            <a:br>
              <a:rPr kumimoji="0" lang="en-AU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 for testing purposes</a:t>
            </a:r>
            <a:br>
              <a:rPr kumimoji="0" lang="en-AU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 similar.</a:t>
            </a:r>
            <a:b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63557"/>
          <a:stretch/>
        </p:blipFill>
        <p:spPr>
          <a:xfrm>
            <a:off x="7866380" y="1164657"/>
            <a:ext cx="3860800" cy="12901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520" y="2786743"/>
            <a:ext cx="6718479" cy="3855451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C557EA0-682D-4D96-AF92-39C08C0EAF91}"/>
              </a:ext>
            </a:extLst>
          </p:cNvPr>
          <p:cNvSpPr/>
          <p:nvPr/>
        </p:nvSpPr>
        <p:spPr>
          <a:xfrm>
            <a:off x="9174143" y="1174705"/>
            <a:ext cx="803868" cy="13305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8871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Append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option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similar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the Make Table option.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Instead of making a new table, records selected by this query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appended to an existing table.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have to ensure that the fields on the original table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match the fields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that you select in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Append Query.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Make Table and Append queries should be use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sparingly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(if at all).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Again, best used for testing purposes only.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9347157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616</Words>
  <Application>Microsoft Office PowerPoint</Application>
  <PresentationFormat>Widescreen</PresentationFormat>
  <Paragraphs>104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Open Sans</vt:lpstr>
      <vt:lpstr>Swinburne_Tiles</vt:lpstr>
      <vt:lpstr>INF10025 Data Management and Analytics</vt:lpstr>
      <vt:lpstr>Queries with Parameters </vt:lpstr>
      <vt:lpstr>Queries with Parameters </vt:lpstr>
      <vt:lpstr>Queries with Parameters </vt:lpstr>
      <vt:lpstr>Queries with Parameters </vt:lpstr>
      <vt:lpstr>Queries with Parameters </vt:lpstr>
      <vt:lpstr>Queries with Parameters </vt:lpstr>
      <vt:lpstr>Queries with Parameters </vt:lpstr>
      <vt:lpstr>Copying tables</vt:lpstr>
      <vt:lpstr>Make Table and Append</vt:lpstr>
      <vt:lpstr>Append Query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</dc:title>
  <dc:creator>Robert Tipping</dc:creator>
  <cp:lastModifiedBy>Robert Tipping</cp:lastModifiedBy>
  <cp:revision>2</cp:revision>
  <dcterms:created xsi:type="dcterms:W3CDTF">2023-02-22T02:25:24Z</dcterms:created>
  <dcterms:modified xsi:type="dcterms:W3CDTF">2023-02-22T02:30:08Z</dcterms:modified>
</cp:coreProperties>
</file>