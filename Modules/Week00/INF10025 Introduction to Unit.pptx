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310" r:id="rId3"/>
    <p:sldId id="259" r:id="rId4"/>
    <p:sldId id="311" r:id="rId5"/>
    <p:sldId id="260" r:id="rId6"/>
    <p:sldId id="32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2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A1633-460E-4449-8B66-2868BCF162DF}" type="doc">
      <dgm:prSet loTypeId="urn:microsoft.com/office/officeart/2009/3/layout/Phased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311FA0-B0C2-4FBC-82AC-78E1B5C78B17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Unit Content</a:t>
          </a:r>
        </a:p>
      </dgm:t>
    </dgm:pt>
    <dgm:pt modelId="{F7F35142-B0DB-4215-8DD5-89467A415F6C}" type="parTrans" cxnId="{F0331A8B-2DC6-4D17-B317-5F8E368330D4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0EF3CD8E-F7B4-4784-80DF-C9CEDEFBA471}" type="sibTrans" cxnId="{F0331A8B-2DC6-4D17-B317-5F8E368330D4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3939D542-C1B7-432E-B719-283BF2429F19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DBMS Basic Tools and Concepts</a:t>
          </a:r>
        </a:p>
      </dgm:t>
    </dgm:pt>
    <dgm:pt modelId="{034F4DDF-594C-47BE-B4F9-C1C77384901D}" type="parTrans" cxnId="{E8ACA4AD-D6A9-44C0-AFD2-F4479C1F1505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A8E61224-05D7-4A69-A25B-E290DBA41A59}" type="sibTrans" cxnId="{E8ACA4AD-D6A9-44C0-AFD2-F4479C1F1505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381AA399-C006-4BFF-85BE-AD60EF74855B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Queries/SQL</a:t>
          </a:r>
          <a:b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Modelling/ERD</a:t>
          </a:r>
        </a:p>
      </dgm:t>
    </dgm:pt>
    <dgm:pt modelId="{6AF7D076-DF99-48A4-BE28-8DB0B1E60E2B}" type="parTrans" cxnId="{1C6575AD-8138-42DC-B408-A07A8091BCE9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6ED61986-258E-476C-B555-F37FE7383067}" type="sibTrans" cxnId="{1C6575AD-8138-42DC-B408-A07A8091BCE9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E9E06ECF-A39A-4E00-8ED8-D311EE7DD1C2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Bus. </a:t>
          </a:r>
          <a:r>
            <a:rPr lang="en-US" dirty="0" err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Intell</a:t>
          </a:r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.</a:t>
          </a:r>
          <a:b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Cloud</a:t>
          </a:r>
          <a:b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Services Emerging uses of Databases</a:t>
          </a:r>
        </a:p>
      </dgm:t>
    </dgm:pt>
    <dgm:pt modelId="{444229EA-966B-4EF2-8B25-D2F519F7D160}" type="parTrans" cxnId="{4122E6BC-3F45-484F-AC01-2CFF6E608470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4AD1550A-DD96-4F48-BD55-48861E0B0289}" type="sibTrans" cxnId="{4122E6BC-3F45-484F-AC01-2CFF6E608470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A8698F9-D859-47E9-B2BF-B5FDC359AD7E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Unit Assessment (Portfolio)</a:t>
          </a:r>
        </a:p>
      </dgm:t>
    </dgm:pt>
    <dgm:pt modelId="{3C256084-4F88-4D39-8E2B-0E4D97994563}" type="parTrans" cxnId="{DEB7D7A3-09FC-4526-84F7-75B92052794C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CCC4243-F16C-465A-AB5C-DFB45BB510D7}" type="sibTrans" cxnId="{DEB7D7A3-09FC-4526-84F7-75B92052794C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5E52CCF9-C180-4459-91CE-7F3B2693E9F3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Online Tests</a:t>
          </a:r>
        </a:p>
      </dgm:t>
    </dgm:pt>
    <dgm:pt modelId="{EE5B3819-143B-44FC-B2B0-DB94D8DBB696}" type="parTrans" cxnId="{BAF00969-47D4-489F-8317-CA42C504636D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656B92EA-7E5B-4152-A194-B29D3DD12DC4}" type="sibTrans" cxnId="{BAF00969-47D4-489F-8317-CA42C504636D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C83BA4DD-CFD2-4F40-8BC5-3C1B5D0461E6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Tasks</a:t>
          </a:r>
        </a:p>
      </dgm:t>
    </dgm:pt>
    <dgm:pt modelId="{525C0E81-44A6-41E1-A710-05A41761388D}" type="parTrans" cxnId="{D2F14156-CBC3-46FB-B506-254141CE3C35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AA40312E-18F1-4248-8597-BAD5C5A0C6D8}" type="sibTrans" cxnId="{D2F14156-CBC3-46FB-B506-254141CE3C35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A69A937F-B5D2-459A-B921-D21089FE4273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Outcome</a:t>
          </a:r>
        </a:p>
      </dgm:t>
    </dgm:pt>
    <dgm:pt modelId="{5FB02D02-91C9-4A56-82EB-0EECAF5AB4E7}" type="parTrans" cxnId="{C47315D1-73DF-4AC3-84C7-707260E87991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AA1A4565-3ADF-4C26-9FFD-3BC54FBD6B39}" type="sibTrans" cxnId="{C47315D1-73DF-4AC3-84C7-707260E87991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9DD3BDF7-9C42-47C0-9D7D-9AF4456BE6AC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Skills in explaining, using, applying, and designing databases</a:t>
          </a:r>
        </a:p>
      </dgm:t>
    </dgm:pt>
    <dgm:pt modelId="{4CA822B1-A2F9-4745-876E-9F94354D7EED}" type="parTrans" cxnId="{2B33B711-CF67-4460-9A80-F741FAF8847A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7986A88F-24A4-411A-BEFB-487995F75C5A}" type="sibTrans" cxnId="{2B33B711-CF67-4460-9A80-F741FAF8847A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0F8BD4C3-87F4-4128-8139-69DE11FDD2CD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Learning Summary</a:t>
          </a:r>
        </a:p>
      </dgm:t>
    </dgm:pt>
    <dgm:pt modelId="{C99340E1-1579-4CA0-A972-85FD2A6717C9}" type="parTrans" cxnId="{8A9550E2-74C7-4E96-BB0B-91139E552C79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BEEAF586-0595-4BA9-AFEB-04F0D64039D1}" type="sibTrans" cxnId="{8A9550E2-74C7-4E96-BB0B-91139E552C79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827F8575-1D6A-45A4-889A-4ADA870186A2}">
      <dgm:prSet phldrT="[Text]"/>
      <dgm:spPr/>
      <dgm:t>
        <a:bodyPr/>
        <a:lstStyle/>
        <a:p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Transactions</a:t>
          </a:r>
          <a:b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dirty="0" err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Normalisation</a:t>
          </a:r>
          <a:b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NoSQL</a:t>
          </a:r>
        </a:p>
      </dgm:t>
    </dgm:pt>
    <dgm:pt modelId="{117733C5-FB65-4FAD-B9EA-BEA13CB54C65}" type="parTrans" cxnId="{A82C38A1-998F-4471-8F9F-3853C2FC27C7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DE6B27F4-9DF6-4BD3-83B4-09C0784BE3F4}" type="sibTrans" cxnId="{A82C38A1-998F-4471-8F9F-3853C2FC27C7}">
      <dgm:prSet/>
      <dgm:spPr/>
      <dgm:t>
        <a:bodyPr/>
        <a:lstStyle/>
        <a:p>
          <a:endParaRPr lang="en-US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40BAA92D-7BE8-4B6C-852C-FED5E2816289}">
      <dgm:prSet phldrT="[Text]"/>
      <dgm:spPr/>
      <dgm:t>
        <a:bodyPr/>
        <a:lstStyle/>
        <a:p>
          <a:endParaRPr lang="en-US" dirty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endParaRPr>
        </a:p>
      </dgm:t>
    </dgm:pt>
    <dgm:pt modelId="{407C8062-189F-41D7-A2B1-187B4BFF59A4}" type="parTrans" cxnId="{A9EAB605-4765-4918-8FEC-5BF342DC3D84}">
      <dgm:prSet/>
      <dgm:spPr/>
      <dgm:t>
        <a:bodyPr/>
        <a:lstStyle/>
        <a:p>
          <a:endParaRPr lang="en-AU"/>
        </a:p>
      </dgm:t>
    </dgm:pt>
    <dgm:pt modelId="{61F022D5-1CE6-48F7-A1E4-B0E40149E557}" type="sibTrans" cxnId="{A9EAB605-4765-4918-8FEC-5BF342DC3D84}">
      <dgm:prSet/>
      <dgm:spPr/>
      <dgm:t>
        <a:bodyPr/>
        <a:lstStyle/>
        <a:p>
          <a:endParaRPr lang="en-AU"/>
        </a:p>
      </dgm:t>
    </dgm:pt>
    <dgm:pt modelId="{9EE4B0DD-CB1B-449F-9AB5-D6B51B83B30D}" type="pres">
      <dgm:prSet presAssocID="{C0DA1633-460E-4449-8B66-2868BCF162DF}" presName="Name0" presStyleCnt="0">
        <dgm:presLayoutVars>
          <dgm:chMax val="3"/>
          <dgm:chPref val="3"/>
          <dgm:bulletEnabled val="1"/>
          <dgm:dir/>
          <dgm:animLvl val="lvl"/>
        </dgm:presLayoutVars>
      </dgm:prSet>
      <dgm:spPr/>
    </dgm:pt>
    <dgm:pt modelId="{981B004A-3646-445F-99A3-4C471AB572D6}" type="pres">
      <dgm:prSet presAssocID="{C0DA1633-460E-4449-8B66-2868BCF162DF}" presName="arc1" presStyleLbl="node1" presStyleIdx="0" presStyleCnt="4"/>
      <dgm:spPr/>
    </dgm:pt>
    <dgm:pt modelId="{75C2E36A-E5E9-4226-B566-83ED6A7267BE}" type="pres">
      <dgm:prSet presAssocID="{C0DA1633-460E-4449-8B66-2868BCF162DF}" presName="arc3" presStyleLbl="node1" presStyleIdx="1" presStyleCnt="4"/>
      <dgm:spPr/>
    </dgm:pt>
    <dgm:pt modelId="{3569CC8F-0ABE-4FFD-AD46-BE19A6B0692F}" type="pres">
      <dgm:prSet presAssocID="{C0DA1633-460E-4449-8B66-2868BCF162DF}" presName="parentText2" presStyleLbl="revTx" presStyleIdx="0" presStyleCnt="3">
        <dgm:presLayoutVars>
          <dgm:chMax val="4"/>
          <dgm:chPref val="3"/>
          <dgm:bulletEnabled val="1"/>
        </dgm:presLayoutVars>
      </dgm:prSet>
      <dgm:spPr/>
    </dgm:pt>
    <dgm:pt modelId="{3B144924-47A0-4A21-AE84-CA24481F08BC}" type="pres">
      <dgm:prSet presAssocID="{C0DA1633-460E-4449-8B66-2868BCF162DF}" presName="arc2" presStyleLbl="node1" presStyleIdx="2" presStyleCnt="4"/>
      <dgm:spPr/>
    </dgm:pt>
    <dgm:pt modelId="{C053626A-0CC6-4BAE-9D6A-9BECF08089C1}" type="pres">
      <dgm:prSet presAssocID="{C0DA1633-460E-4449-8B66-2868BCF162DF}" presName="arc4" presStyleLbl="node1" presStyleIdx="3" presStyleCnt="4"/>
      <dgm:spPr/>
    </dgm:pt>
    <dgm:pt modelId="{B44C6F30-C587-4D54-9328-A6C912D0AD4E}" type="pres">
      <dgm:prSet presAssocID="{C0DA1633-460E-4449-8B66-2868BCF162DF}" presName="parentText3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B683B1F8-F657-42E9-9F9D-FE6E71C94EBC}" type="pres">
      <dgm:prSet presAssocID="{C0DA1633-460E-4449-8B66-2868BCF162DF}" presName="middleComposite" presStyleCnt="0"/>
      <dgm:spPr/>
    </dgm:pt>
    <dgm:pt modelId="{A3084A93-2237-419F-8243-DB756FB2EE15}" type="pres">
      <dgm:prSet presAssocID="{5E52CCF9-C180-4459-91CE-7F3B2693E9F3}" presName="circ1" presStyleLbl="vennNode1" presStyleIdx="0" presStyleCnt="12"/>
      <dgm:spPr/>
    </dgm:pt>
    <dgm:pt modelId="{B9C4AB42-E977-417A-9C93-F0CABF4E1004}" type="pres">
      <dgm:prSet presAssocID="{5E52CCF9-C180-4459-91CE-7F3B2693E9F3}" presName="circ1Tx" presStyleLbl="revTx" presStyleIdx="1" presStyleCnt="3">
        <dgm:presLayoutVars>
          <dgm:chMax val="0"/>
          <dgm:chPref val="0"/>
        </dgm:presLayoutVars>
      </dgm:prSet>
      <dgm:spPr/>
    </dgm:pt>
    <dgm:pt modelId="{6316D06D-F65B-4748-9383-5EEB7690ACFE}" type="pres">
      <dgm:prSet presAssocID="{C83BA4DD-CFD2-4F40-8BC5-3C1B5D0461E6}" presName="circ2" presStyleLbl="vennNode1" presStyleIdx="1" presStyleCnt="12"/>
      <dgm:spPr/>
    </dgm:pt>
    <dgm:pt modelId="{165DACA0-17DE-4D3F-869C-7450B5E1CF16}" type="pres">
      <dgm:prSet presAssocID="{C83BA4DD-CFD2-4F40-8BC5-3C1B5D0461E6}" presName="circ2Tx" presStyleLbl="revTx" presStyleIdx="1" presStyleCnt="3">
        <dgm:presLayoutVars>
          <dgm:chMax val="0"/>
          <dgm:chPref val="0"/>
        </dgm:presLayoutVars>
      </dgm:prSet>
      <dgm:spPr/>
    </dgm:pt>
    <dgm:pt modelId="{839B0C08-50C9-48ED-8E4E-E2AE5CDC70B3}" type="pres">
      <dgm:prSet presAssocID="{0F8BD4C3-87F4-4128-8139-69DE11FDD2CD}" presName="circ3" presStyleLbl="vennNode1" presStyleIdx="2" presStyleCnt="12"/>
      <dgm:spPr/>
    </dgm:pt>
    <dgm:pt modelId="{58E0D585-2DFE-426E-BF62-C372D10C05B0}" type="pres">
      <dgm:prSet presAssocID="{0F8BD4C3-87F4-4128-8139-69DE11FDD2CD}" presName="circ3Tx" presStyleLbl="revTx" presStyleIdx="1" presStyleCnt="3">
        <dgm:presLayoutVars>
          <dgm:chMax val="0"/>
          <dgm:chPref val="0"/>
        </dgm:presLayoutVars>
      </dgm:prSet>
      <dgm:spPr/>
    </dgm:pt>
    <dgm:pt modelId="{6E42B22A-76E5-4AEA-BB53-D11755E40F49}" type="pres">
      <dgm:prSet presAssocID="{C0DA1633-460E-4449-8B66-2868BCF162DF}" presName="leftComposite" presStyleCnt="0"/>
      <dgm:spPr/>
    </dgm:pt>
    <dgm:pt modelId="{A494C769-DAD5-4B69-B3FB-869E9DA418BE}" type="pres">
      <dgm:prSet presAssocID="{3939D542-C1B7-432E-B719-283BF2429F19}" presName="childText1_1" presStyleLbl="vennNode1" presStyleIdx="3" presStyleCnt="12">
        <dgm:presLayoutVars>
          <dgm:chMax val="0"/>
          <dgm:chPref val="0"/>
        </dgm:presLayoutVars>
      </dgm:prSet>
      <dgm:spPr/>
    </dgm:pt>
    <dgm:pt modelId="{BF2682CF-E8DE-47AB-88AF-0D34C8D7CB0D}" type="pres">
      <dgm:prSet presAssocID="{3939D542-C1B7-432E-B719-283BF2429F19}" presName="ellipse1" presStyleLbl="vennNode1" presStyleIdx="4" presStyleCnt="12"/>
      <dgm:spPr/>
    </dgm:pt>
    <dgm:pt modelId="{D136557B-A03C-4307-829C-3EE43491EA0D}" type="pres">
      <dgm:prSet presAssocID="{3939D542-C1B7-432E-B719-283BF2429F19}" presName="ellipse2" presStyleLbl="vennNode1" presStyleIdx="5" presStyleCnt="12"/>
      <dgm:spPr/>
    </dgm:pt>
    <dgm:pt modelId="{77A345C3-89A3-403E-A6D5-4D0BD8E86F7B}" type="pres">
      <dgm:prSet presAssocID="{381AA399-C006-4BFF-85BE-AD60EF74855B}" presName="childText1_2" presStyleLbl="vennNode1" presStyleIdx="6" presStyleCnt="12">
        <dgm:presLayoutVars>
          <dgm:chMax val="0"/>
          <dgm:chPref val="0"/>
        </dgm:presLayoutVars>
      </dgm:prSet>
      <dgm:spPr/>
    </dgm:pt>
    <dgm:pt modelId="{6F874288-83BD-48B9-8CC3-6CF3852EF50F}" type="pres">
      <dgm:prSet presAssocID="{381AA399-C006-4BFF-85BE-AD60EF74855B}" presName="ellipse3" presStyleLbl="vennNode1" presStyleIdx="7" presStyleCnt="12"/>
      <dgm:spPr/>
    </dgm:pt>
    <dgm:pt modelId="{5539C895-28EF-438B-9C0A-ECA22925C6A9}" type="pres">
      <dgm:prSet presAssocID="{E9E06ECF-A39A-4E00-8ED8-D311EE7DD1C2}" presName="childText1_3" presStyleLbl="vennNode1" presStyleIdx="8" presStyleCnt="12">
        <dgm:presLayoutVars>
          <dgm:chMax val="0"/>
          <dgm:chPref val="0"/>
        </dgm:presLayoutVars>
      </dgm:prSet>
      <dgm:spPr/>
    </dgm:pt>
    <dgm:pt modelId="{C714F31C-C18E-41A3-A1FB-DDC22CC4DDEB}" type="pres">
      <dgm:prSet presAssocID="{827F8575-1D6A-45A4-889A-4ADA870186A2}" presName="childText1_4" presStyleLbl="vennNode1" presStyleIdx="9" presStyleCnt="12">
        <dgm:presLayoutVars>
          <dgm:chMax val="0"/>
          <dgm:chPref val="0"/>
        </dgm:presLayoutVars>
      </dgm:prSet>
      <dgm:spPr/>
    </dgm:pt>
    <dgm:pt modelId="{6DFE23B7-CFEC-4E80-85AA-12EAF9CED9B9}" type="pres">
      <dgm:prSet presAssocID="{827F8575-1D6A-45A4-889A-4ADA870186A2}" presName="ellipse4" presStyleLbl="vennNode1" presStyleIdx="10" presStyleCnt="12"/>
      <dgm:spPr/>
    </dgm:pt>
    <dgm:pt modelId="{9CA4A75E-B0EC-4FC1-8C5D-44970C3CCD43}" type="pres">
      <dgm:prSet presAssocID="{827F8575-1D6A-45A4-889A-4ADA870186A2}" presName="ellipse5" presStyleLbl="vennNode1" presStyleIdx="11" presStyleCnt="12"/>
      <dgm:spPr/>
    </dgm:pt>
    <dgm:pt modelId="{EC581E9B-E5DB-40B5-95D4-1334CE4833D0}" type="pres">
      <dgm:prSet presAssocID="{C0DA1633-460E-4449-8B66-2868BCF162DF}" presName="rightChild" presStyleLbl="node2" presStyleIdx="0" presStyleCnt="1">
        <dgm:presLayoutVars>
          <dgm:chMax val="0"/>
          <dgm:chPref val="0"/>
        </dgm:presLayoutVars>
      </dgm:prSet>
      <dgm:spPr/>
    </dgm:pt>
    <dgm:pt modelId="{7EF1C57C-22CF-4966-84D3-85B0C85A4DFC}" type="pres">
      <dgm:prSet presAssocID="{C0DA1633-460E-4449-8B66-2868BCF162DF}" presName="parentText1" presStyleLbl="revTx" presStyleIdx="2" presStyleCnt="3">
        <dgm:presLayoutVars>
          <dgm:chMax val="4"/>
          <dgm:chPref val="3"/>
          <dgm:bulletEnabled val="1"/>
        </dgm:presLayoutVars>
      </dgm:prSet>
      <dgm:spPr/>
    </dgm:pt>
  </dgm:ptLst>
  <dgm:cxnLst>
    <dgm:cxn modelId="{AB404B00-CB09-450A-B2FD-82A58F72DE97}" type="presOf" srcId="{3939D542-C1B7-432E-B719-283BF2429F19}" destId="{A494C769-DAD5-4B69-B3FB-869E9DA418BE}" srcOrd="0" destOrd="0" presId="urn:microsoft.com/office/officeart/2009/3/layout/PhasedProcess"/>
    <dgm:cxn modelId="{A9EAB605-4765-4918-8FEC-5BF342DC3D84}" srcId="{89311FA0-B0C2-4FBC-82AC-78E1B5C78B17}" destId="{40BAA92D-7BE8-4B6C-852C-FED5E2816289}" srcOrd="4" destOrd="0" parTransId="{407C8062-189F-41D7-A2B1-187B4BFF59A4}" sibTransId="{61F022D5-1CE6-48F7-A1E4-B0E40149E557}"/>
    <dgm:cxn modelId="{2B33B711-CF67-4460-9A80-F741FAF8847A}" srcId="{A69A937F-B5D2-459A-B921-D21089FE4273}" destId="{9DD3BDF7-9C42-47C0-9D7D-9AF4456BE6AC}" srcOrd="0" destOrd="0" parTransId="{4CA822B1-A2F9-4745-876E-9F94354D7EED}" sibTransId="{7986A88F-24A4-411A-BEFB-487995F75C5A}"/>
    <dgm:cxn modelId="{BA042631-7B7F-4A87-904D-33D528CB8C53}" type="presOf" srcId="{E9E06ECF-A39A-4E00-8ED8-D311EE7DD1C2}" destId="{5539C895-28EF-438B-9C0A-ECA22925C6A9}" srcOrd="0" destOrd="0" presId="urn:microsoft.com/office/officeart/2009/3/layout/PhasedProcess"/>
    <dgm:cxn modelId="{BAF00969-47D4-489F-8317-CA42C504636D}" srcId="{DA8698F9-D859-47E9-B2BF-B5FDC359AD7E}" destId="{5E52CCF9-C180-4459-91CE-7F3B2693E9F3}" srcOrd="0" destOrd="0" parTransId="{EE5B3819-143B-44FC-B2B0-DB94D8DBB696}" sibTransId="{656B92EA-7E5B-4152-A194-B29D3DD12DC4}"/>
    <dgm:cxn modelId="{477AE450-1AAE-4C0F-AD0A-7A5AAE2A81FB}" type="presOf" srcId="{C83BA4DD-CFD2-4F40-8BC5-3C1B5D0461E6}" destId="{6316D06D-F65B-4748-9383-5EEB7690ACFE}" srcOrd="0" destOrd="0" presId="urn:microsoft.com/office/officeart/2009/3/layout/PhasedProcess"/>
    <dgm:cxn modelId="{D2F14156-CBC3-46FB-B506-254141CE3C35}" srcId="{DA8698F9-D859-47E9-B2BF-B5FDC359AD7E}" destId="{C83BA4DD-CFD2-4F40-8BC5-3C1B5D0461E6}" srcOrd="1" destOrd="0" parTransId="{525C0E81-44A6-41E1-A710-05A41761388D}" sibTransId="{AA40312E-18F1-4248-8597-BAD5C5A0C6D8}"/>
    <dgm:cxn modelId="{F0331A8B-2DC6-4D17-B317-5F8E368330D4}" srcId="{C0DA1633-460E-4449-8B66-2868BCF162DF}" destId="{89311FA0-B0C2-4FBC-82AC-78E1B5C78B17}" srcOrd="0" destOrd="0" parTransId="{F7F35142-B0DB-4215-8DD5-89467A415F6C}" sibTransId="{0EF3CD8E-F7B4-4784-80DF-C9CEDEFBA471}"/>
    <dgm:cxn modelId="{F13EF199-9479-489C-B7D3-26C17C553193}" type="presOf" srcId="{DA8698F9-D859-47E9-B2BF-B5FDC359AD7E}" destId="{3569CC8F-0ABE-4FFD-AD46-BE19A6B0692F}" srcOrd="0" destOrd="0" presId="urn:microsoft.com/office/officeart/2009/3/layout/PhasedProcess"/>
    <dgm:cxn modelId="{A82C38A1-998F-4471-8F9F-3853C2FC27C7}" srcId="{89311FA0-B0C2-4FBC-82AC-78E1B5C78B17}" destId="{827F8575-1D6A-45A4-889A-4ADA870186A2}" srcOrd="3" destOrd="0" parTransId="{117733C5-FB65-4FAD-B9EA-BEA13CB54C65}" sibTransId="{DE6B27F4-9DF6-4BD3-83B4-09C0784BE3F4}"/>
    <dgm:cxn modelId="{DEB7D7A3-09FC-4526-84F7-75B92052794C}" srcId="{C0DA1633-460E-4449-8B66-2868BCF162DF}" destId="{DA8698F9-D859-47E9-B2BF-B5FDC359AD7E}" srcOrd="1" destOrd="0" parTransId="{3C256084-4F88-4D39-8E2B-0E4D97994563}" sibTransId="{DCCC4243-F16C-465A-AB5C-DFB45BB510D7}"/>
    <dgm:cxn modelId="{74A5DAA3-B6A9-44DE-8C6F-3EAA9E4F1F49}" type="presOf" srcId="{5E52CCF9-C180-4459-91CE-7F3B2693E9F3}" destId="{B9C4AB42-E977-417A-9C93-F0CABF4E1004}" srcOrd="1" destOrd="0" presId="urn:microsoft.com/office/officeart/2009/3/layout/PhasedProcess"/>
    <dgm:cxn modelId="{100B8FA5-F63E-45DA-8993-E004C31571B3}" type="presOf" srcId="{C0DA1633-460E-4449-8B66-2868BCF162DF}" destId="{9EE4B0DD-CB1B-449F-9AB5-D6B51B83B30D}" srcOrd="0" destOrd="0" presId="urn:microsoft.com/office/officeart/2009/3/layout/PhasedProcess"/>
    <dgm:cxn modelId="{0CC8C7AC-6247-4EFC-8A1E-B08CC33685CF}" type="presOf" srcId="{9DD3BDF7-9C42-47C0-9D7D-9AF4456BE6AC}" destId="{EC581E9B-E5DB-40B5-95D4-1334CE4833D0}" srcOrd="0" destOrd="0" presId="urn:microsoft.com/office/officeart/2009/3/layout/PhasedProcess"/>
    <dgm:cxn modelId="{1C6575AD-8138-42DC-B408-A07A8091BCE9}" srcId="{89311FA0-B0C2-4FBC-82AC-78E1B5C78B17}" destId="{381AA399-C006-4BFF-85BE-AD60EF74855B}" srcOrd="1" destOrd="0" parTransId="{6AF7D076-DF99-48A4-BE28-8DB0B1E60E2B}" sibTransId="{6ED61986-258E-476C-B555-F37FE7383067}"/>
    <dgm:cxn modelId="{E8ACA4AD-D6A9-44C0-AFD2-F4479C1F1505}" srcId="{89311FA0-B0C2-4FBC-82AC-78E1B5C78B17}" destId="{3939D542-C1B7-432E-B719-283BF2429F19}" srcOrd="0" destOrd="0" parTransId="{034F4DDF-594C-47BE-B4F9-C1C77384901D}" sibTransId="{A8E61224-05D7-4A69-A25B-E290DBA41A59}"/>
    <dgm:cxn modelId="{4122E6BC-3F45-484F-AC01-2CFF6E608470}" srcId="{89311FA0-B0C2-4FBC-82AC-78E1B5C78B17}" destId="{E9E06ECF-A39A-4E00-8ED8-D311EE7DD1C2}" srcOrd="2" destOrd="0" parTransId="{444229EA-966B-4EF2-8B25-D2F519F7D160}" sibTransId="{4AD1550A-DD96-4F48-BD55-48861E0B0289}"/>
    <dgm:cxn modelId="{47356BC7-715B-49E2-8BF7-3D57874845BD}" type="presOf" srcId="{A69A937F-B5D2-459A-B921-D21089FE4273}" destId="{B44C6F30-C587-4D54-9328-A6C912D0AD4E}" srcOrd="0" destOrd="0" presId="urn:microsoft.com/office/officeart/2009/3/layout/PhasedProcess"/>
    <dgm:cxn modelId="{93B6A6CB-9D7C-455A-A6A2-96F861A04A6A}" type="presOf" srcId="{827F8575-1D6A-45A4-889A-4ADA870186A2}" destId="{C714F31C-C18E-41A3-A1FB-DDC22CC4DDEB}" srcOrd="0" destOrd="0" presId="urn:microsoft.com/office/officeart/2009/3/layout/PhasedProcess"/>
    <dgm:cxn modelId="{C47315D1-73DF-4AC3-84C7-707260E87991}" srcId="{C0DA1633-460E-4449-8B66-2868BCF162DF}" destId="{A69A937F-B5D2-459A-B921-D21089FE4273}" srcOrd="2" destOrd="0" parTransId="{5FB02D02-91C9-4A56-82EB-0EECAF5AB4E7}" sibTransId="{AA1A4565-3ADF-4C26-9FFD-3BC54FBD6B39}"/>
    <dgm:cxn modelId="{46BF56D9-BFA9-4433-BF91-A165BBB0A3DC}" type="presOf" srcId="{381AA399-C006-4BFF-85BE-AD60EF74855B}" destId="{77A345C3-89A3-403E-A6D5-4D0BD8E86F7B}" srcOrd="0" destOrd="0" presId="urn:microsoft.com/office/officeart/2009/3/layout/PhasedProcess"/>
    <dgm:cxn modelId="{8EB2F5DF-D9F9-4197-9F55-24B6F555D5C8}" type="presOf" srcId="{C83BA4DD-CFD2-4F40-8BC5-3C1B5D0461E6}" destId="{165DACA0-17DE-4D3F-869C-7450B5E1CF16}" srcOrd="1" destOrd="0" presId="urn:microsoft.com/office/officeart/2009/3/layout/PhasedProcess"/>
    <dgm:cxn modelId="{8A9550E2-74C7-4E96-BB0B-91139E552C79}" srcId="{DA8698F9-D859-47E9-B2BF-B5FDC359AD7E}" destId="{0F8BD4C3-87F4-4128-8139-69DE11FDD2CD}" srcOrd="2" destOrd="0" parTransId="{C99340E1-1579-4CA0-A972-85FD2A6717C9}" sibTransId="{BEEAF586-0595-4BA9-AFEB-04F0D64039D1}"/>
    <dgm:cxn modelId="{84EB7AE4-E911-4E3A-9E49-83CB3FF61377}" type="presOf" srcId="{0F8BD4C3-87F4-4128-8139-69DE11FDD2CD}" destId="{58E0D585-2DFE-426E-BF62-C372D10C05B0}" srcOrd="1" destOrd="0" presId="urn:microsoft.com/office/officeart/2009/3/layout/PhasedProcess"/>
    <dgm:cxn modelId="{AA5530E6-FC1F-487F-91A6-68C61F2052E5}" type="presOf" srcId="{89311FA0-B0C2-4FBC-82AC-78E1B5C78B17}" destId="{7EF1C57C-22CF-4966-84D3-85B0C85A4DFC}" srcOrd="0" destOrd="0" presId="urn:microsoft.com/office/officeart/2009/3/layout/PhasedProcess"/>
    <dgm:cxn modelId="{CFEBBAE7-A57A-462A-9DE3-152D4BD36E72}" type="presOf" srcId="{0F8BD4C3-87F4-4128-8139-69DE11FDD2CD}" destId="{839B0C08-50C9-48ED-8E4E-E2AE5CDC70B3}" srcOrd="0" destOrd="0" presId="urn:microsoft.com/office/officeart/2009/3/layout/PhasedProcess"/>
    <dgm:cxn modelId="{9037C1F5-BEC1-4FE8-A19F-8AEDDFC7FCAA}" type="presOf" srcId="{5E52CCF9-C180-4459-91CE-7F3B2693E9F3}" destId="{A3084A93-2237-419F-8243-DB756FB2EE15}" srcOrd="0" destOrd="0" presId="urn:microsoft.com/office/officeart/2009/3/layout/PhasedProcess"/>
    <dgm:cxn modelId="{43E6DB68-64FD-4869-A399-D99C162DAAE5}" type="presParOf" srcId="{9EE4B0DD-CB1B-449F-9AB5-D6B51B83B30D}" destId="{981B004A-3646-445F-99A3-4C471AB572D6}" srcOrd="0" destOrd="0" presId="urn:microsoft.com/office/officeart/2009/3/layout/PhasedProcess"/>
    <dgm:cxn modelId="{34F89062-6009-418E-A707-3CFF4A929E67}" type="presParOf" srcId="{9EE4B0DD-CB1B-449F-9AB5-D6B51B83B30D}" destId="{75C2E36A-E5E9-4226-B566-83ED6A7267BE}" srcOrd="1" destOrd="0" presId="urn:microsoft.com/office/officeart/2009/3/layout/PhasedProcess"/>
    <dgm:cxn modelId="{F5096A8A-DB0A-4DDF-A288-286051931BA4}" type="presParOf" srcId="{9EE4B0DD-CB1B-449F-9AB5-D6B51B83B30D}" destId="{3569CC8F-0ABE-4FFD-AD46-BE19A6B0692F}" srcOrd="2" destOrd="0" presId="urn:microsoft.com/office/officeart/2009/3/layout/PhasedProcess"/>
    <dgm:cxn modelId="{65637A7F-78B3-4559-8BAD-D9E345771990}" type="presParOf" srcId="{9EE4B0DD-CB1B-449F-9AB5-D6B51B83B30D}" destId="{3B144924-47A0-4A21-AE84-CA24481F08BC}" srcOrd="3" destOrd="0" presId="urn:microsoft.com/office/officeart/2009/3/layout/PhasedProcess"/>
    <dgm:cxn modelId="{82B8C5B6-9A08-4F35-80B1-B6E13E277AF3}" type="presParOf" srcId="{9EE4B0DD-CB1B-449F-9AB5-D6B51B83B30D}" destId="{C053626A-0CC6-4BAE-9D6A-9BECF08089C1}" srcOrd="4" destOrd="0" presId="urn:microsoft.com/office/officeart/2009/3/layout/PhasedProcess"/>
    <dgm:cxn modelId="{461E602B-83B3-4834-9F4C-A1511C1F616E}" type="presParOf" srcId="{9EE4B0DD-CB1B-449F-9AB5-D6B51B83B30D}" destId="{B44C6F30-C587-4D54-9328-A6C912D0AD4E}" srcOrd="5" destOrd="0" presId="urn:microsoft.com/office/officeart/2009/3/layout/PhasedProcess"/>
    <dgm:cxn modelId="{83495407-6048-4F66-8838-645042205729}" type="presParOf" srcId="{9EE4B0DD-CB1B-449F-9AB5-D6B51B83B30D}" destId="{B683B1F8-F657-42E9-9F9D-FE6E71C94EBC}" srcOrd="6" destOrd="0" presId="urn:microsoft.com/office/officeart/2009/3/layout/PhasedProcess"/>
    <dgm:cxn modelId="{506AAB3E-8842-4CCF-9769-52BC7CF22C1C}" type="presParOf" srcId="{B683B1F8-F657-42E9-9F9D-FE6E71C94EBC}" destId="{A3084A93-2237-419F-8243-DB756FB2EE15}" srcOrd="0" destOrd="0" presId="urn:microsoft.com/office/officeart/2009/3/layout/PhasedProcess"/>
    <dgm:cxn modelId="{844010D5-102B-466F-BD1D-DE3804695252}" type="presParOf" srcId="{B683B1F8-F657-42E9-9F9D-FE6E71C94EBC}" destId="{B9C4AB42-E977-417A-9C93-F0CABF4E1004}" srcOrd="1" destOrd="0" presId="urn:microsoft.com/office/officeart/2009/3/layout/PhasedProcess"/>
    <dgm:cxn modelId="{93E98DC4-BAD0-4B7C-9A74-FF46C02B4143}" type="presParOf" srcId="{B683B1F8-F657-42E9-9F9D-FE6E71C94EBC}" destId="{6316D06D-F65B-4748-9383-5EEB7690ACFE}" srcOrd="2" destOrd="0" presId="urn:microsoft.com/office/officeart/2009/3/layout/PhasedProcess"/>
    <dgm:cxn modelId="{87BA441E-21B9-4087-9FE7-F614B6A9DA7D}" type="presParOf" srcId="{B683B1F8-F657-42E9-9F9D-FE6E71C94EBC}" destId="{165DACA0-17DE-4D3F-869C-7450B5E1CF16}" srcOrd="3" destOrd="0" presId="urn:microsoft.com/office/officeart/2009/3/layout/PhasedProcess"/>
    <dgm:cxn modelId="{1BCA7E92-9C85-4736-B0F1-39CB45CFBFE0}" type="presParOf" srcId="{B683B1F8-F657-42E9-9F9D-FE6E71C94EBC}" destId="{839B0C08-50C9-48ED-8E4E-E2AE5CDC70B3}" srcOrd="4" destOrd="0" presId="urn:microsoft.com/office/officeart/2009/3/layout/PhasedProcess"/>
    <dgm:cxn modelId="{5733BF28-8B84-48F4-BF96-4115E74BB562}" type="presParOf" srcId="{B683B1F8-F657-42E9-9F9D-FE6E71C94EBC}" destId="{58E0D585-2DFE-426E-BF62-C372D10C05B0}" srcOrd="5" destOrd="0" presId="urn:microsoft.com/office/officeart/2009/3/layout/PhasedProcess"/>
    <dgm:cxn modelId="{534C5C9E-4DF8-4CC7-9C47-80C5386681B9}" type="presParOf" srcId="{9EE4B0DD-CB1B-449F-9AB5-D6B51B83B30D}" destId="{6E42B22A-76E5-4AEA-BB53-D11755E40F49}" srcOrd="7" destOrd="0" presId="urn:microsoft.com/office/officeart/2009/3/layout/PhasedProcess"/>
    <dgm:cxn modelId="{8B0F4C5C-1C91-4F08-8C24-D49E22344460}" type="presParOf" srcId="{6E42B22A-76E5-4AEA-BB53-D11755E40F49}" destId="{A494C769-DAD5-4B69-B3FB-869E9DA418BE}" srcOrd="0" destOrd="0" presId="urn:microsoft.com/office/officeart/2009/3/layout/PhasedProcess"/>
    <dgm:cxn modelId="{AC0007EF-805E-4AEE-B18D-1E72588C5275}" type="presParOf" srcId="{6E42B22A-76E5-4AEA-BB53-D11755E40F49}" destId="{BF2682CF-E8DE-47AB-88AF-0D34C8D7CB0D}" srcOrd="1" destOrd="0" presId="urn:microsoft.com/office/officeart/2009/3/layout/PhasedProcess"/>
    <dgm:cxn modelId="{2C7530B5-7978-4EB6-A1AE-4954AFAF6B43}" type="presParOf" srcId="{6E42B22A-76E5-4AEA-BB53-D11755E40F49}" destId="{D136557B-A03C-4307-829C-3EE43491EA0D}" srcOrd="2" destOrd="0" presId="urn:microsoft.com/office/officeart/2009/3/layout/PhasedProcess"/>
    <dgm:cxn modelId="{F10E38BF-E964-4BDB-B8FC-8CFB6A9A5717}" type="presParOf" srcId="{6E42B22A-76E5-4AEA-BB53-D11755E40F49}" destId="{77A345C3-89A3-403E-A6D5-4D0BD8E86F7B}" srcOrd="3" destOrd="0" presId="urn:microsoft.com/office/officeart/2009/3/layout/PhasedProcess"/>
    <dgm:cxn modelId="{743E77FE-4A65-4CC5-903B-C361DB1A44E7}" type="presParOf" srcId="{6E42B22A-76E5-4AEA-BB53-D11755E40F49}" destId="{6F874288-83BD-48B9-8CC3-6CF3852EF50F}" srcOrd="4" destOrd="0" presId="urn:microsoft.com/office/officeart/2009/3/layout/PhasedProcess"/>
    <dgm:cxn modelId="{62F4E260-09FD-4AC5-A1E3-58CE4C3EA618}" type="presParOf" srcId="{6E42B22A-76E5-4AEA-BB53-D11755E40F49}" destId="{5539C895-28EF-438B-9C0A-ECA22925C6A9}" srcOrd="5" destOrd="0" presId="urn:microsoft.com/office/officeart/2009/3/layout/PhasedProcess"/>
    <dgm:cxn modelId="{25D4D4F0-8702-46FA-A8CE-B8EF9D04DF99}" type="presParOf" srcId="{6E42B22A-76E5-4AEA-BB53-D11755E40F49}" destId="{C714F31C-C18E-41A3-A1FB-DDC22CC4DDEB}" srcOrd="6" destOrd="0" presId="urn:microsoft.com/office/officeart/2009/3/layout/PhasedProcess"/>
    <dgm:cxn modelId="{655A1D1E-EAA6-453A-95F6-5B40E8882E0F}" type="presParOf" srcId="{6E42B22A-76E5-4AEA-BB53-D11755E40F49}" destId="{6DFE23B7-CFEC-4E80-85AA-12EAF9CED9B9}" srcOrd="7" destOrd="0" presId="urn:microsoft.com/office/officeart/2009/3/layout/PhasedProcess"/>
    <dgm:cxn modelId="{AB132B1E-88C0-4A37-8B83-8D9414D1FC64}" type="presParOf" srcId="{6E42B22A-76E5-4AEA-BB53-D11755E40F49}" destId="{9CA4A75E-B0EC-4FC1-8C5D-44970C3CCD43}" srcOrd="8" destOrd="0" presId="urn:microsoft.com/office/officeart/2009/3/layout/PhasedProcess"/>
    <dgm:cxn modelId="{16F94A32-95F7-4372-BF46-8AE325BC150C}" type="presParOf" srcId="{9EE4B0DD-CB1B-449F-9AB5-D6B51B83B30D}" destId="{EC581E9B-E5DB-40B5-95D4-1334CE4833D0}" srcOrd="8" destOrd="0" presId="urn:microsoft.com/office/officeart/2009/3/layout/PhasedProcess"/>
    <dgm:cxn modelId="{4A0019D2-58D5-4650-BCB2-3E5CCA8951CF}" type="presParOf" srcId="{9EE4B0DD-CB1B-449F-9AB5-D6B51B83B30D}" destId="{7EF1C57C-22CF-4966-84D3-85B0C85A4DFC}" srcOrd="9" destOrd="0" presId="urn:microsoft.com/office/officeart/2009/3/layout/Phased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B004A-3646-445F-99A3-4C471AB572D6}">
      <dsp:nvSpPr>
        <dsp:cNvPr id="0" name=""/>
        <dsp:cNvSpPr/>
      </dsp:nvSpPr>
      <dsp:spPr>
        <a:xfrm rot="5400000">
          <a:off x="292" y="237057"/>
          <a:ext cx="3801165" cy="3801749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2E36A-E5E9-4226-B566-83ED6A7267BE}">
      <dsp:nvSpPr>
        <dsp:cNvPr id="0" name=""/>
        <dsp:cNvSpPr/>
      </dsp:nvSpPr>
      <dsp:spPr>
        <a:xfrm rot="16200000">
          <a:off x="3912470" y="237057"/>
          <a:ext cx="3801165" cy="3801749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9CC8F-0ABE-4FFD-AD46-BE19A6B0692F}">
      <dsp:nvSpPr>
        <dsp:cNvPr id="0" name=""/>
        <dsp:cNvSpPr/>
      </dsp:nvSpPr>
      <dsp:spPr>
        <a:xfrm>
          <a:off x="4361947" y="3539248"/>
          <a:ext cx="2886108" cy="760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Unit Assessment (Portfolio)</a:t>
          </a:r>
        </a:p>
      </dsp:txBody>
      <dsp:txXfrm>
        <a:off x="4361947" y="3539248"/>
        <a:ext cx="2886108" cy="760476"/>
      </dsp:txXfrm>
    </dsp:sp>
    <dsp:sp modelId="{3B144924-47A0-4A21-AE84-CA24481F08BC}">
      <dsp:nvSpPr>
        <dsp:cNvPr id="0" name=""/>
        <dsp:cNvSpPr/>
      </dsp:nvSpPr>
      <dsp:spPr>
        <a:xfrm rot="5400000">
          <a:off x="3790538" y="237057"/>
          <a:ext cx="3801165" cy="3801749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3626A-0CC6-4BAE-9D6A-9BECF08089C1}">
      <dsp:nvSpPr>
        <dsp:cNvPr id="0" name=""/>
        <dsp:cNvSpPr/>
      </dsp:nvSpPr>
      <dsp:spPr>
        <a:xfrm rot="16200000">
          <a:off x="7701567" y="237057"/>
          <a:ext cx="3801165" cy="3801749"/>
        </a:xfrm>
        <a:prstGeom prst="blockArc">
          <a:avLst>
            <a:gd name="adj1" fmla="val 13500000"/>
            <a:gd name="adj2" fmla="val 18900000"/>
            <a:gd name="adj3" fmla="val 49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C6F30-C587-4D54-9328-A6C912D0AD4E}">
      <dsp:nvSpPr>
        <dsp:cNvPr id="0" name=""/>
        <dsp:cNvSpPr/>
      </dsp:nvSpPr>
      <dsp:spPr>
        <a:xfrm>
          <a:off x="7873820" y="3539248"/>
          <a:ext cx="2886108" cy="760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Outcome</a:t>
          </a:r>
        </a:p>
      </dsp:txBody>
      <dsp:txXfrm>
        <a:off x="7873820" y="3539248"/>
        <a:ext cx="2886108" cy="760476"/>
      </dsp:txXfrm>
    </dsp:sp>
    <dsp:sp modelId="{A3084A93-2237-419F-8243-DB756FB2EE15}">
      <dsp:nvSpPr>
        <dsp:cNvPr id="0" name=""/>
        <dsp:cNvSpPr/>
      </dsp:nvSpPr>
      <dsp:spPr>
        <a:xfrm>
          <a:off x="4967287" y="898333"/>
          <a:ext cx="1600657" cy="16006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Online Tests</a:t>
          </a:r>
        </a:p>
      </dsp:txBody>
      <dsp:txXfrm>
        <a:off x="5180708" y="1178448"/>
        <a:ext cx="1173815" cy="720295"/>
      </dsp:txXfrm>
    </dsp:sp>
    <dsp:sp modelId="{6316D06D-F65B-4748-9383-5EEB7690ACFE}">
      <dsp:nvSpPr>
        <dsp:cNvPr id="0" name=""/>
        <dsp:cNvSpPr/>
      </dsp:nvSpPr>
      <dsp:spPr>
        <a:xfrm>
          <a:off x="5544858" y="1898744"/>
          <a:ext cx="1600657" cy="16006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Tasks</a:t>
          </a:r>
        </a:p>
      </dsp:txBody>
      <dsp:txXfrm>
        <a:off x="6034392" y="2312247"/>
        <a:ext cx="960394" cy="880361"/>
      </dsp:txXfrm>
    </dsp:sp>
    <dsp:sp modelId="{839B0C08-50C9-48ED-8E4E-E2AE5CDC70B3}">
      <dsp:nvSpPr>
        <dsp:cNvPr id="0" name=""/>
        <dsp:cNvSpPr/>
      </dsp:nvSpPr>
      <dsp:spPr>
        <a:xfrm>
          <a:off x="4389717" y="1898744"/>
          <a:ext cx="1600657" cy="160065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Learning Summary</a:t>
          </a:r>
        </a:p>
      </dsp:txBody>
      <dsp:txXfrm>
        <a:off x="4540445" y="2312247"/>
        <a:ext cx="960394" cy="880361"/>
      </dsp:txXfrm>
    </dsp:sp>
    <dsp:sp modelId="{A494C769-DAD5-4B69-B3FB-869E9DA418BE}">
      <dsp:nvSpPr>
        <dsp:cNvPr id="0" name=""/>
        <dsp:cNvSpPr/>
      </dsp:nvSpPr>
      <dsp:spPr>
        <a:xfrm>
          <a:off x="988961" y="708178"/>
          <a:ext cx="1119936" cy="11199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DBMS Basic Tools and Concepts</a:t>
          </a:r>
        </a:p>
      </dsp:txBody>
      <dsp:txXfrm>
        <a:off x="1152972" y="872190"/>
        <a:ext cx="791914" cy="791918"/>
      </dsp:txXfrm>
    </dsp:sp>
    <dsp:sp modelId="{BF2682CF-E8DE-47AB-88AF-0D34C8D7CB0D}">
      <dsp:nvSpPr>
        <dsp:cNvPr id="0" name=""/>
        <dsp:cNvSpPr/>
      </dsp:nvSpPr>
      <dsp:spPr>
        <a:xfrm>
          <a:off x="1124873" y="1979800"/>
          <a:ext cx="319981" cy="320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D136557B-A03C-4307-829C-3EE43491EA0D}">
      <dsp:nvSpPr>
        <dsp:cNvPr id="0" name=""/>
        <dsp:cNvSpPr/>
      </dsp:nvSpPr>
      <dsp:spPr>
        <a:xfrm>
          <a:off x="2166954" y="743203"/>
          <a:ext cx="319981" cy="320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77A345C3-89A3-403E-A6D5-4D0BD8E86F7B}">
      <dsp:nvSpPr>
        <dsp:cNvPr id="0" name=""/>
        <dsp:cNvSpPr/>
      </dsp:nvSpPr>
      <dsp:spPr>
        <a:xfrm>
          <a:off x="2167222" y="1076502"/>
          <a:ext cx="1119936" cy="11199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Queries/SQL</a:t>
          </a:r>
          <a:b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Data Modelling/ERD</a:t>
          </a:r>
        </a:p>
      </dsp:txBody>
      <dsp:txXfrm>
        <a:off x="2331233" y="1240514"/>
        <a:ext cx="791914" cy="791918"/>
      </dsp:txXfrm>
    </dsp:sp>
    <dsp:sp modelId="{6F874288-83BD-48B9-8CC3-6CF3852EF50F}">
      <dsp:nvSpPr>
        <dsp:cNvPr id="0" name=""/>
        <dsp:cNvSpPr/>
      </dsp:nvSpPr>
      <dsp:spPr>
        <a:xfrm>
          <a:off x="3081952" y="2213392"/>
          <a:ext cx="319981" cy="32002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539C895-28EF-438B-9C0A-ECA22925C6A9}">
      <dsp:nvSpPr>
        <dsp:cNvPr id="0" name=""/>
        <dsp:cNvSpPr/>
      </dsp:nvSpPr>
      <dsp:spPr>
        <a:xfrm>
          <a:off x="726501" y="2412806"/>
          <a:ext cx="1119936" cy="11199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Bus. </a:t>
          </a:r>
          <a:r>
            <a:rPr lang="en-US" sz="800" kern="1200" dirty="0" err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Intell</a:t>
          </a: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.</a:t>
          </a:r>
          <a:b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Cloud</a:t>
          </a:r>
          <a:b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Services Emerging uses of Databases</a:t>
          </a:r>
        </a:p>
      </dsp:txBody>
      <dsp:txXfrm>
        <a:off x="890512" y="2576818"/>
        <a:ext cx="791914" cy="791918"/>
      </dsp:txXfrm>
    </dsp:sp>
    <dsp:sp modelId="{C714F31C-C18E-41A3-A1FB-DDC22CC4DDEB}">
      <dsp:nvSpPr>
        <dsp:cNvPr id="0" name=""/>
        <dsp:cNvSpPr/>
      </dsp:nvSpPr>
      <dsp:spPr>
        <a:xfrm>
          <a:off x="1963889" y="2323550"/>
          <a:ext cx="1119936" cy="111994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Transactions</a:t>
          </a:r>
          <a:b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800" kern="1200" dirty="0" err="1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Normalisation</a:t>
          </a:r>
          <a:b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</a:br>
          <a:r>
            <a:rPr lang="en-US" sz="8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NoSQL</a:t>
          </a:r>
        </a:p>
      </dsp:txBody>
      <dsp:txXfrm>
        <a:off x="2127900" y="2487562"/>
        <a:ext cx="791914" cy="791918"/>
      </dsp:txXfrm>
    </dsp:sp>
    <dsp:sp modelId="{6DFE23B7-CFEC-4E80-85AA-12EAF9CED9B9}">
      <dsp:nvSpPr>
        <dsp:cNvPr id="0" name=""/>
        <dsp:cNvSpPr/>
      </dsp:nvSpPr>
      <dsp:spPr>
        <a:xfrm>
          <a:off x="1588525" y="1903536"/>
          <a:ext cx="550069" cy="54994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CA4A75E-B0EC-4FC1-8C5D-44970C3CCD43}">
      <dsp:nvSpPr>
        <dsp:cNvPr id="0" name=""/>
        <dsp:cNvSpPr/>
      </dsp:nvSpPr>
      <dsp:spPr>
        <a:xfrm>
          <a:off x="765562" y="2184864"/>
          <a:ext cx="240521" cy="240370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C581E9B-E5DB-40B5-95D4-1334CE4833D0}">
      <dsp:nvSpPr>
        <dsp:cNvPr id="0" name=""/>
        <dsp:cNvSpPr/>
      </dsp:nvSpPr>
      <dsp:spPr>
        <a:xfrm>
          <a:off x="8201656" y="1023012"/>
          <a:ext cx="2220083" cy="221968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Skills in explaining, using, applying, and designing databases</a:t>
          </a:r>
        </a:p>
      </dsp:txBody>
      <dsp:txXfrm>
        <a:off x="8526780" y="1348077"/>
        <a:ext cx="1569835" cy="1569552"/>
      </dsp:txXfrm>
    </dsp:sp>
    <dsp:sp modelId="{7EF1C57C-22CF-4966-84D3-85B0C85A4DFC}">
      <dsp:nvSpPr>
        <dsp:cNvPr id="0" name=""/>
        <dsp:cNvSpPr/>
      </dsp:nvSpPr>
      <dsp:spPr>
        <a:xfrm>
          <a:off x="714337" y="3539248"/>
          <a:ext cx="2886108" cy="760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rPr>
            <a:t>Unit Content</a:t>
          </a:r>
        </a:p>
      </dsp:txBody>
      <dsp:txXfrm>
        <a:off x="714337" y="3539248"/>
        <a:ext cx="2886108" cy="7604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hasedProcess">
  <dgm:title val=""/>
  <dgm:desc val=""/>
  <dgm:catLst>
    <dgm:cat type="process" pri="1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6" srcId="10" destId="11" srcOrd="0" destOrd="0"/>
        <dgm:cxn modelId="17" srcId="10" destId="12" srcOrd="1" destOrd="0"/>
        <dgm:cxn modelId="18" srcId="10" destId="13" srcOrd="2" destOrd="0"/>
        <dgm:cxn modelId="50" srcId="0" destId="20" srcOrd="1" destOrd="0"/>
        <dgm:cxn modelId="60" srcId="0" destId="30" srcOrd="2" destOrd="0"/>
        <dgm:cxn modelId="32" srcId="30" destId="31" srcOrd="0" destOrd="0"/>
        <dgm:cxn modelId="26" srcId="20" destId="21" srcOrd="0" destOrd="0"/>
        <dgm:cxn modelId="27" srcId="20" destId="22" srcOrd="1" destOrd="0"/>
      </dgm:cxnLst>
      <dgm:bg/>
      <dgm:whole/>
    </dgm:dataModel>
  </dgm:clrData>
  <dgm:layoutNode name="Name0">
    <dgm:varLst>
      <dgm:chMax val="3"/>
      <dgm:chPref val="3"/>
      <dgm:bulletEnabled val="1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gte" val="3">
        <dgm:alg type="composite">
          <dgm:param type="ar" val="2.8316"/>
        </dgm:alg>
        <dgm:choose name="Name3">
          <dgm:if name="Name4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567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rightChild" refType="w" fact="0.713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parentText1" refType="w" fact="0.0621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6845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if>
          <dgm:else name="Name5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parentText3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rightChild" refType="primFontSz" refFor="des" refForName="parentText1" op="lte"/>
              <dgm:constr type="primFontSz" for="des" forName="rightChild" refType="primFontSz" refFor="des" refForName="parentText2" op="lte"/>
              <dgm:constr type="primFontSz" for="des" forName="rightChild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72"/>
              <dgm:constr type="t" for="ch" forName="leftComposite" refType="h" fact="0.1159"/>
              <dgm:constr type="w" for="ch" forName="leftComposite" refType="w" fact="0.2455"/>
              <dgm:constr type="h" for="ch" forName="leftComposite" refType="h" fact="0.6953"/>
              <dgm:constr type="l" for="ch" forName="middleComposite" refType="w" fact="0.365"/>
              <dgm:constr type="t" for="ch" forName="middleComposite" refType="h" fact="0.1545"/>
              <dgm:constr type="w" for="ch" forName="middleComposite" refType="w" fact="0.2728"/>
              <dgm:constr type="h" for="ch" forName="middleComposite" refType="h" fact="0.6567"/>
              <dgm:constr type="l" for="ch" forName="rightChild" refType="w" fact="0.09"/>
              <dgm:constr type="t" for="ch" forName="rightChild" refType="h" fact="0.1934"/>
              <dgm:constr type="w" for="ch" forName="rightChild" refType="w" fact="0.193"/>
              <dgm:constr type="h" for="ch" forName="rightChild" refType="h" fact="0.5464"/>
              <dgm:constr type="l" for="ch" forName="arc1" refType="w" fact="0"/>
              <dgm:constr type="t" for="ch" forName="arc1" refType="h" fact="0"/>
              <dgm:constr type="w" for="ch" forName="arc1" refType="w" fact="0.3305"/>
              <dgm:constr type="h" for="ch" forName="arc1" refType="h" fact="0.9357"/>
              <dgm:constr type="l" for="ch" forName="arc2" refType="w" fact="0.3295"/>
              <dgm:constr type="t" for="ch" forName="arc2" refType="h" fact="0"/>
              <dgm:constr type="w" for="ch" forName="arc2" refType="w" fact="0.3305"/>
              <dgm:constr type="h" for="ch" forName="arc2" refType="h" fact="0.9357"/>
              <dgm:constr type="l" for="ch" forName="arc3" refType="w" fact="0.3401"/>
              <dgm:constr type="t" for="ch" forName="arc3" refType="h" fact="0"/>
              <dgm:constr type="w" for="ch" forName="arc3" refType="w" fact="0.3305"/>
              <dgm:constr type="h" for="ch" forName="arc3" refType="h" fact="0.9357"/>
              <dgm:constr type="l" for="ch" forName="arc4" refType="w" fact="0.6695"/>
              <dgm:constr type="t" for="ch" forName="arc4" refType="h" fact="0"/>
              <dgm:constr type="w" for="ch" forName="arc4" refType="w" fact="0.3305"/>
              <dgm:constr type="h" for="ch" forName="arc4" refType="h" fact="0.9357"/>
              <dgm:constr type="l" for="ch" forName="parentText1" refType="w" fact="0.7"/>
              <dgm:constr type="t" for="ch" forName="parentText1" refType="h" fact="0.8128"/>
              <dgm:constr type="w" for="ch" forName="parentText1" refType="w" fact="0.2509"/>
              <dgm:constr type="h" for="ch" forName="parentText1" refType="h" fact="0.1872"/>
              <dgm:constr type="l" for="ch" forName="parentText2" refType="w" fact="0.3792"/>
              <dgm:constr type="t" for="ch" forName="parentText2" refType="h" fact="0.8128"/>
              <dgm:constr type="w" for="ch" forName="parentText2" refType="w" fact="0.2509"/>
              <dgm:constr type="h" for="ch" forName="parentText2" refType="h" fact="0.1872"/>
              <dgm:constr type="l" for="ch" forName="parentText3" refType="w" fact="0.062"/>
              <dgm:constr type="t" for="ch" forName="parentText3" refType="h" fact="0.8128"/>
              <dgm:constr type="w" for="ch" forName="parentText3" refType="w" fact="0.2509"/>
              <dgm:constr type="h" for="ch" forName="parentText3" refType="h" fact="0.1872"/>
            </dgm:constrLst>
          </dgm:else>
        </dgm:choose>
      </dgm:if>
      <dgm:if name="Name6" axis="ch" ptType="node" func="cnt" op="gte" val="2">
        <dgm:alg type="composite">
          <dgm:param type="ar" val="1.8986"/>
        </dgm:alg>
        <dgm:choose name="Name7">
          <dgm:if name="Name8" func="var" arg="dir" op="equ" val="norm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0941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5782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1" refType="w" fact="0.0926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  <dgm:constr type="l" for="ch" forName="parentText2" refType="w" fact="0.5655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</dgm:constrLst>
          </dgm:if>
          <dgm:else name="Name9">
            <dgm:constrLst>
              <dgm:constr type="primFontSz" for="des" forName="parentText1" val="65"/>
              <dgm:constr type="primFontSz" for="des" forName="childText1_1" val="65"/>
              <dgm:constr type="primFontSz" for="des" forName="circ1Tx" val="65"/>
              <dgm:constr type="primFontSz" for="des" forName="parentText2" refType="primFontSz" refFor="des" refForName="parentText1" op="equ"/>
              <dgm:constr type="primFontSz" for="des" forName="childText1_1" refType="primFontSz" refFor="des" refForName="parentText1" op="lte"/>
              <dgm:constr type="primFontSz" for="des" forName="childText1_2" refType="primFontSz" refFor="des" refForName="parentText1" op="lte"/>
              <dgm:constr type="primFontSz" for="des" forName="childText1_3" refType="primFontSz" refFor="des" refForName="parentText1" op="lte"/>
              <dgm:constr type="primFontSz" for="des" forName="childText1_4" refType="primFontSz" refFor="des" refForName="parentText1" op="lte"/>
              <dgm:constr type="primFontSz" for="des" forName="childText1_1" refType="primFontSz" refFor="des" refForName="parentText2" op="lte"/>
              <dgm:constr type="primFontSz" for="des" forName="childText1_2" refType="primFontSz" refFor="des" refForName="parentText2" op="lte"/>
              <dgm:constr type="primFontSz" for="des" forName="childText1_3" refType="primFontSz" refFor="des" refForName="parentText2" op="lte"/>
              <dgm:constr type="primFontSz" for="des" forName="childText1_4" refType="primFontSz" refFor="des" refForName="parentText2" op="lte"/>
              <dgm:constr type="primFontSz" for="des" forName="childText1_1" refType="primFontSz" refFor="des" refForName="parentText3" op="lte"/>
              <dgm:constr type="primFontSz" for="des" forName="childText1_2" refType="primFontSz" refFor="des" refForName="parentText3" op="lte"/>
              <dgm:constr type="primFontSz" for="des" forName="childText1_3" refType="primFontSz" refFor="des" refForName="parentText3" op="lte"/>
              <dgm:constr type="primFontSz" for="des" forName="childText1_4" refType="primFontSz" refFor="des" refForName="parentText3" op="lte"/>
              <dgm:constr type="primFontSz" for="des" forName="circ1Tx" refType="primFontSz" refFor="des" refForName="parentText1" op="lte"/>
              <dgm:constr type="primFontSz" for="des" forName="circ2Tx" refType="primFontSz" refFor="des" refForName="parentText1" op="lte"/>
              <dgm:constr type="primFontSz" for="des" forName="circ3Tx" refType="primFontSz" refFor="des" refForName="parentText1" op="lte"/>
              <dgm:constr type="primFontSz" for="des" forName="circ4Tx" refType="primFontSz" refFor="des" refForName="parentText1" op="lte"/>
              <dgm:constr type="primFontSz" for="des" forName="circ1Tx" refType="primFontSz" refFor="des" refForName="parentText2" op="lte"/>
              <dgm:constr type="primFontSz" for="des" forName="circ2Tx" refType="primFontSz" refFor="des" refForName="parentText2" op="lte"/>
              <dgm:constr type="primFontSz" for="des" forName="circ3Tx" refType="primFontSz" refFor="des" refForName="parentText2" op="lte"/>
              <dgm:constr type="primFontSz" for="des" forName="circ4Tx" refType="primFontSz" refFor="des" refForName="parentText2" op="lte"/>
              <dgm:constr type="primFontSz" for="des" forName="circ1Tx" refType="primFontSz" refFor="des" refForName="parentText3" op="lte"/>
              <dgm:constr type="primFontSz" for="des" forName="circ2Tx" refType="primFontSz" refFor="des" refForName="parentText3" op="lte"/>
              <dgm:constr type="primFontSz" for="des" forName="circ3Tx" refType="primFontSz" refFor="des" refForName="parentText3" op="lte"/>
              <dgm:constr type="primFontSz" for="des" forName="circ4Tx" refType="primFontSz" refFor="des" refForName="parentText3" op="lte"/>
              <dgm:constr type="primFontSz" for="des" forName="childText1_2" refType="primFontSz" refFor="des" refForName="childText1_1" op="equ"/>
              <dgm:constr type="primFontSz" for="des" forName="childText1_3" refType="primFontSz" refFor="des" refForName="childText1_1" op="equ"/>
              <dgm:constr type="primFontSz" for="des" forName="childText1_4" refType="primFontSz" refFor="des" refForName="childText1_1" op="equ"/>
              <dgm:constr type="primFontSz" for="des" forName="circ2Tx" refType="primFontSz" refFor="des" refForName="circ1Tx" op="equ"/>
              <dgm:constr type="primFontSz" for="des" forName="circ3Tx" refType="primFontSz" refFor="des" refForName="circ1Tx" op="equ"/>
              <dgm:constr type="primFontSz" for="des" forName="circ4Tx" refType="primFontSz" refFor="des" refForName="circ1Tx" op="equ"/>
              <dgm:constr type="l" for="ch" forName="leftComposite" refType="w" fact="0.592"/>
              <dgm:constr type="t" for="ch" forName="leftComposite" refType="h" fact="0.1159"/>
              <dgm:constr type="w" for="ch" forName="leftComposite" refType="w" fact="0.3469"/>
              <dgm:constr type="h" for="ch" forName="leftComposite" refType="h" fact="0.6953"/>
              <dgm:constr type="l" for="ch" forName="middleComposite" refType="w" fact="0.0941"/>
              <dgm:constr type="t" for="ch" forName="middleComposite" refType="h" fact="0.1159"/>
              <dgm:constr type="w" for="ch" forName="middleComposite" refType="w" fact="0.3389"/>
              <dgm:constr type="h" for="ch" forName="middleComposite" refType="h" fact="0.6567"/>
              <dgm:constr type="l" for="ch" forName="arc1" refType="w" fact="0"/>
              <dgm:constr type="t" for="ch" forName="arc1" refType="h" fact="0"/>
              <dgm:constr type="w" for="ch" forName="arc1" refType="w" fact="0.4928"/>
              <dgm:constr type="h" for="ch" forName="arc1" refType="h" fact="0.9357"/>
              <dgm:constr type="l" for="ch" forName="arc3" refType="w" fact="0.5072"/>
              <dgm:constr type="t" for="ch" forName="arc3" refType="h" fact="0"/>
              <dgm:constr type="w" for="ch" forName="arc3" refType="w" fact="0.4928"/>
              <dgm:constr type="h" for="ch" forName="arc3" refType="h" fact="0.9357"/>
              <dgm:constr type="l" for="ch" forName="parentText2" refType="w" fact="0.0926"/>
              <dgm:constr type="t" for="ch" forName="parentText2" refType="h" fact="0.8128"/>
              <dgm:constr type="w" for="ch" forName="parentText2" refType="w" fact="0.3742"/>
              <dgm:constr type="h" for="ch" forName="parentText2" refType="h" fact="0.1872"/>
              <dgm:constr type="l" for="ch" forName="parentText1" refType="w" fact="0.5655"/>
              <dgm:constr type="t" for="ch" forName="parentText1" refType="h" fact="0.8128"/>
              <dgm:constr type="w" for="ch" forName="parentText1" refType="w" fact="0.3742"/>
              <dgm:constr type="h" for="ch" forName="parentText1" refType="h" fact="0.1872"/>
            </dgm:constrLst>
          </dgm:else>
        </dgm:choose>
      </dgm:if>
      <dgm:else name="Name10">
        <dgm:alg type="composite">
          <dgm:param type="ar" val="0.8036"/>
        </dgm:alg>
        <dgm:constrLst>
          <dgm:constr type="primFontSz" for="des" forName="parentText1" val="65"/>
          <dgm:constr type="primFontSz" for="des" forName="childText1_1" val="65"/>
          <dgm:constr type="primFontSz" for="des" forName="childText1_1" refType="primFontSz" refFor="des" refForName="parentText1" op="lte"/>
          <dgm:constr type="primFontSz" for="des" forName="childText1_2" refType="primFontSz" refFor="des" refForName="parentText1" op="lte"/>
          <dgm:constr type="primFontSz" for="des" forName="childText1_3" refType="primFontSz" refFor="des" refForName="parentText1" op="lte"/>
          <dgm:constr type="primFontSz" for="des" forName="childText1_4" refType="primFontSz" refFor="des" refForName="parentText1" op="lte"/>
          <dgm:constr type="primFontSz" for="des" forName="childText1_1" refType="primFontSz" refFor="des" refForName="parentText2" op="lte"/>
          <dgm:constr type="primFontSz" for="des" forName="childText1_2" refType="primFontSz" refFor="des" refForName="parentText2" op="lte"/>
          <dgm:constr type="primFontSz" for="des" forName="childText1_3" refType="primFontSz" refFor="des" refForName="parentText2" op="lte"/>
          <dgm:constr type="primFontSz" for="des" forName="childText1_4" refType="primFontSz" refFor="des" refForName="parentText2" op="lte"/>
          <dgm:constr type="primFontSz" for="des" forName="childText1_1" refType="primFontSz" refFor="des" refForName="parentText3" op="lte"/>
          <dgm:constr type="primFontSz" for="des" forName="childText1_2" refType="primFontSz" refFor="des" refForName="parentText3" op="lte"/>
          <dgm:constr type="primFontSz" for="des" forName="childText1_3" refType="primFontSz" refFor="des" refForName="parentText3" op="lte"/>
          <dgm:constr type="primFontSz" for="des" forName="childText1_4" refType="primFontSz" refFor="des" refForName="parentText3" op="lte"/>
          <dgm:constr type="primFontSz" for="des" forName="childText1_2" refType="primFontSz" refFor="des" refForName="childText1_1" op="equ"/>
          <dgm:constr type="primFontSz" for="des" forName="childText1_3" refType="primFontSz" refFor="des" refForName="childText1_1" op="equ"/>
          <dgm:constr type="primFontSz" for="des" forName="childText1_4" refType="primFontSz" refFor="des" refForName="childText1_1" op="equ"/>
          <dgm:constr type="l" for="ch" forName="leftComposite" refType="w" fact="0"/>
          <dgm:constr type="t" for="ch" forName="leftComposite" refType="h" fact="0.1159"/>
          <dgm:constr type="w" for="ch" forName="leftComposite" refType="w"/>
          <dgm:constr type="h" for="ch" forName="leftComposite" refType="h" fact="0.6953"/>
          <dgm:constr type="l" for="ch" forName="parentText1" refType="w" fact="0"/>
          <dgm:constr type="t" for="ch" forName="parentText1" refType="h" fact="0.8128"/>
          <dgm:constr type="w" for="ch" forName="parentText1" refType="w"/>
          <dgm:constr type="h" for="ch" forName="parentText1" refType="h" fact="0.1872"/>
        </dgm:constrLst>
      </dgm:else>
    </dgm:choose>
    <dgm:choose name="Name11">
      <dgm:if name="Name12" axis="ch" ptType="node" func="cnt" op="gte" val="1">
        <dgm:choose name="Name13">
          <dgm:if name="Name14" axis="ch" ptType="node" func="cnt" op="gte" val="2">
            <dgm:layoutNode name="arc1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3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2" styleLbl="revTx">
              <dgm:varLst>
                <dgm:chMax val="4"/>
                <dgm:chPref val="3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5"/>
        </dgm:choose>
        <dgm:choose name="Name16">
          <dgm:if name="Name17" axis="ch" ptType="node" func="cnt" op="gte" val="3">
            <dgm:layoutNode name="arc2">
              <dgm:alg type="sp"/>
              <dgm:shape xmlns:r="http://schemas.openxmlformats.org/officeDocument/2006/relationships" rot="9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arc4">
              <dgm:alg type="sp"/>
              <dgm:shape xmlns:r="http://schemas.openxmlformats.org/officeDocument/2006/relationships" rot="270" type="blockArc" r:blip="">
                <dgm:adjLst>
                  <dgm:adj idx="1" val="-135"/>
                  <dgm:adj idx="2" val="-45"/>
                  <dgm:adj idx="3" val="0.0496"/>
                </dgm:adjLst>
              </dgm:shape>
              <dgm:presOf/>
            </dgm:layoutNode>
            <dgm:layoutNode name="parentText3" styleLbl="revTx">
              <dgm:varLst>
                <dgm:chMax val="1"/>
                <dgm:chPref val="1"/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ch self" ptType="node node" st="3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18"/>
        </dgm:choose>
      </dgm:if>
      <dgm:else name="Name19"/>
    </dgm:choose>
    <dgm:layoutNode name="middleComposite">
      <dgm:choose name="Name20">
        <dgm:if name="Name21" axis="ch ch" ptType="node node" st="2 1" cnt="1 0" func="cnt" op="lte" val="1">
          <dgm:alg type="composite">
            <dgm:param type="ar" val="1"/>
          </dgm:alg>
        </dgm:if>
        <dgm:if name="Name22" axis="ch ch" ptType="node node" st="2 1" cnt="1 0" func="cnt" op="equ" val="2">
          <dgm:alg type="composite">
            <dgm:param type="ar" val="1.792"/>
          </dgm:alg>
        </dgm:if>
        <dgm:if name="Name23" axis="ch ch" ptType="node node" st="2 1" cnt="1 0" func="cnt" op="equ" val="3">
          <dgm:alg type="composite">
            <dgm:param type="ar" val="1"/>
          </dgm:alg>
        </dgm:if>
        <dgm:else name="Name24">
          <dgm:alg type="composite">
            <dgm:param type="ar" val="1"/>
          </dgm:alg>
        </dgm:else>
      </dgm:choose>
      <dgm:shape xmlns:r="http://schemas.openxmlformats.org/officeDocument/2006/relationships" r:blip="">
        <dgm:adjLst/>
      </dgm:shape>
      <dgm:presOf/>
      <dgm:choose name="Name25">
        <dgm:if name="Name26" axis="ch ch" ptType="node node" st="2 1" cnt="1 0" func="cnt" op="lte" val="1">
          <dgm:constrLst>
            <dgm:constr type="ctrX" for="ch" forName="circ1" refType="w" fact="0.5"/>
            <dgm:constr type="ctrY" for="ch" forName="circ1" refType="h" fact="0.5"/>
            <dgm:constr type="w" for="ch" forName="circ1" refType="w"/>
            <dgm:constr type="h" for="ch" forName="circ1" refType="h"/>
            <dgm:constr type="l" for="ch" forName="circ1Tx" refType="w" fact="0.2"/>
            <dgm:constr type="t" for="ch" forName="circ1Tx" refType="h" fact="0.1"/>
            <dgm:constr type="w" for="ch" forName="circ1Tx" refType="w" fact="0.6"/>
            <dgm:constr type="h" for="ch" forName="circ1Tx" refType="h" fact="0.8"/>
          </dgm:constrLst>
        </dgm:if>
        <dgm:if name="Name27" axis="ch ch" ptType="node node" st="2 1" cnt="1 0" func="cnt" op="equ" val="2">
          <dgm:constrLst>
            <dgm:constr type="ctrX" for="ch" forName="circ1" refType="w" fact="0.3"/>
            <dgm:constr type="ctrY" for="ch" forName="circ1" refType="h" fact="0.5"/>
            <dgm:constr type="w" for="ch" forName="circ1" refType="w" fact="0.555"/>
            <dgm:constr type="h" for="ch" forName="circ1" refType="h" fact="0.99456"/>
            <dgm:constr type="l" for="ch" forName="circ1Tx" refType="w" fact="0.1"/>
            <dgm:constr type="t" for="ch" forName="circ1Tx" refType="h" fact="0.12"/>
            <dgm:constr type="w" for="ch" forName="circ1Tx" refType="w" fact="0.32"/>
            <dgm:constr type="h" for="ch" forName="circ1Tx" refType="h" fact="0.76"/>
            <dgm:constr type="ctrX" for="ch" forName="circ2" refType="w" fact="0.7"/>
            <dgm:constr type="ctrY" for="ch" forName="circ2" refType="h" fact="0.5"/>
            <dgm:constr type="w" for="ch" forName="circ2" refType="w" fact="0.555"/>
            <dgm:constr type="h" for="ch" forName="circ2" refType="h" fact="0.99456"/>
            <dgm:constr type="l" for="ch" forName="circ2Tx" refType="w" fact="0.58"/>
            <dgm:constr type="t" for="ch" forName="circ2Tx" refType="h" fact="0.12"/>
            <dgm:constr type="w" for="ch" forName="circ2Tx" refType="w" fact="0.32"/>
            <dgm:constr type="h" for="ch" forName="circ2Tx" refType="h" fact="0.76"/>
          </dgm:constrLst>
        </dgm:if>
        <dgm:if name="Name28" axis="ch ch" ptType="node node" st="2 1" cnt="1 0" func="cnt" op="equ" val="3">
          <dgm:constrLst>
            <dgm:constr type="ctrX" for="ch" forName="circ1" refType="w" fact="0.5"/>
            <dgm:constr type="ctrY" for="ch" forName="circ1" refType="w" fact="0.25"/>
            <dgm:constr type="w" for="ch" forName="circ1" refType="w" fact="0.6"/>
            <dgm:constr type="h" for="ch" forName="circ1" refType="h" fact="0.6"/>
            <dgm:constr type="l" for="ch" forName="circ1Tx" refType="w" fact="0.28"/>
            <dgm:constr type="t" for="ch" forName="circ1Tx" refType="h" fact="0.055"/>
            <dgm:constr type="w" for="ch" forName="circ1Tx" refType="w" fact="0.44"/>
            <dgm:constr type="h" for="ch" forName="circ1Tx" refType="h" fact="0.27"/>
            <dgm:constr type="ctrX" for="ch" forName="circ2" refType="w" fact="0.7165"/>
            <dgm:constr type="ctrY" for="ch" forName="circ2" refType="w" fact="0.625"/>
            <dgm:constr type="w" for="ch" forName="circ2" refType="w" fact="0.6"/>
            <dgm:constr type="h" for="ch" forName="circ2" refType="h" fact="0.6"/>
            <dgm:constr type="l" for="ch" forName="circ2Tx" refType="w" fact="0.6"/>
            <dgm:constr type="t" for="ch" forName="circ2Tx" refType="h" fact="0.48"/>
            <dgm:constr type="w" for="ch" forName="circ2Tx" refType="w" fact="0.36"/>
            <dgm:constr type="h" for="ch" forName="circ2Tx" refType="h" fact="0.33"/>
            <dgm:constr type="ctrX" for="ch" forName="circ3" refType="w" fact="0.2835"/>
            <dgm:constr type="ctrY" for="ch" forName="circ3" refType="w" fact="0.625"/>
            <dgm:constr type="w" for="ch" forName="circ3" refType="w" fact="0.6"/>
            <dgm:constr type="h" for="ch" forName="circ3" refType="h" fact="0.6"/>
            <dgm:constr type="l" for="ch" forName="circ3Tx" refType="w" fact="0.04"/>
            <dgm:constr type="t" for="ch" forName="circ3Tx" refType="h" fact="0.48"/>
            <dgm:constr type="w" for="ch" forName="circ3Tx" refType="w" fact="0.36"/>
            <dgm:constr type="h" for="ch" forName="circ3Tx" refType="h" fact="0.33"/>
          </dgm:constrLst>
        </dgm:if>
        <dgm:else name="Name29">
          <dgm:constrLst>
            <dgm:constr type="ctrX" for="ch" forName="circ1" refType="w" fact="0.5"/>
            <dgm:constr type="ctrY" for="ch" forName="circ1" refType="w" fact="0.27"/>
            <dgm:constr type="w" for="ch" forName="circ1" refType="w" fact="0.52"/>
            <dgm:constr type="h" for="ch" forName="circ1" refType="h" fact="0.52"/>
            <dgm:constr type="l" for="ch" forName="circ1Tx" refType="w" fact="0.3"/>
            <dgm:constr type="t" for="ch" forName="circ1Tx" refType="h" fact="0.08"/>
            <dgm:constr type="w" for="ch" forName="circ1Tx" refType="w" fact="0.4"/>
            <dgm:constr type="h" for="ch" forName="circ1Tx" refType="h" fact="0.165"/>
            <dgm:constr type="ctrX" for="ch" forName="circ2" refType="w" fact="0.73"/>
            <dgm:constr type="ctrY" for="ch" forName="circ2" refType="w" fact="0.5"/>
            <dgm:constr type="w" for="ch" forName="circ2" refType="w" fact="0.52"/>
            <dgm:constr type="h" for="ch" forName="circ2" refType="h" fact="0.52"/>
            <dgm:constr type="r" for="ch" forName="circ2Tx" refType="w" fact="0.95"/>
            <dgm:constr type="t" for="ch" forName="circ2Tx" refType="h" fact="0.3"/>
            <dgm:constr type="w" for="ch" forName="circ2Tx" refType="w" fact="0.2"/>
            <dgm:constr type="h" for="ch" forName="circ2Tx" refType="h" fact="0.4"/>
            <dgm:constr type="ctrX" for="ch" forName="circ3" refType="w" fact="0.5"/>
            <dgm:constr type="ctrY" for="ch" forName="circ3" refType="w" fact="0.73"/>
            <dgm:constr type="w" for="ch" forName="circ3" refType="w" fact="0.52"/>
            <dgm:constr type="h" for="ch" forName="circ3" refType="h" fact="0.52"/>
            <dgm:constr type="l" for="ch" forName="circ3Tx" refType="w" fact="0.3"/>
            <dgm:constr type="b" for="ch" forName="circ3Tx" refType="h" fact="0.92"/>
            <dgm:constr type="w" for="ch" forName="circ3Tx" refType="w" fact="0.4"/>
            <dgm:constr type="h" for="ch" forName="circ3Tx" refType="h" fact="0.165"/>
            <dgm:constr type="ctrX" for="ch" forName="circ4" refType="w" fact="0.27"/>
            <dgm:constr type="ctrY" for="ch" forName="circ4" refType="h" fact="0.5"/>
            <dgm:constr type="w" for="ch" forName="circ4" refType="w" fact="0.52"/>
            <dgm:constr type="h" for="ch" forName="circ4" refType="h" fact="0.52"/>
            <dgm:constr type="l" for="ch" forName="circ4Tx" refType="w" fact="0.05"/>
            <dgm:constr type="t" for="ch" forName="circ4Tx" refType="h" fact="0.3"/>
            <dgm:constr type="w" for="ch" forName="circ4Tx" refType="w" fact="0.2"/>
            <dgm:constr type="h" for="ch" forName="circ4Tx" refType="h" fact="0.4"/>
          </dgm:constrLst>
        </dgm:else>
      </dgm:choose>
      <dgm:ruleLst/>
      <dgm:forEach name="Name30" axis="ch ch" ptType="node node" st="2 1" cnt="1 1">
        <dgm:layoutNode name="circ1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1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1" axis="ch ch" ptType="node node" st="2 2" cnt="1 1">
        <dgm:layoutNode name="circ2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2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2" axis="ch ch" ptType="node node" st="2 3" cnt="1 1">
        <dgm:layoutNode name="circ3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3Tx" styleLbl="revTx">
          <dgm:varLst>
            <dgm:chMax val="0"/>
            <dgm:chPref val="0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  <dgm:forEach name="Name33" axis="ch ch" ptType="node node" st="2 4" cnt="1 1">
        <dgm:layoutNode name="circ4" styleLbl="vennNode1">
          <dgm:alg type="sp"/>
          <dgm:shape xmlns:r="http://schemas.openxmlformats.org/officeDocument/2006/relationships" type="ellipse" r:blip="">
            <dgm:adjLst/>
          </dgm:shape>
          <dgm:presOf axis="desOrSelf" ptType="node"/>
          <dgm:constrLst/>
          <dgm:ruleLst/>
        </dgm:layoutNode>
        <dgm:layoutNode name="circ4Tx" styleLbl="revTx">
          <dgm:varLst>
            <dgm:chMax val="0"/>
            <dgm:chPref val="0"/>
            <dgm:bulletEnabled val="1"/>
          </dgm:varLst>
          <dgm:alg type="tx">
            <dgm:param type="txAnchorHorzCh" val="ctr"/>
            <dgm:param type="txAnchorVertCh" val="mid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/>
            <dgm:constr type="bMarg"/>
            <dgm:constr type="lMarg"/>
            <dgm:constr type="rMarg"/>
            <dgm:constr type="primFontSz" val="20"/>
          </dgm:constrLst>
          <dgm:ruleLst>
            <dgm:rule type="primFontSz" val="5" fact="NaN" max="NaN"/>
          </dgm:ruleLst>
        </dgm:layoutNode>
      </dgm:forEach>
    </dgm:layoutNode>
    <dgm:layoutNode name="leftComposite">
      <dgm:choose name="Name34">
        <dgm:if name="Name35" axis="ch ch" ptType="node node" st="1 1" cnt="1 0" func="cnt" op="lte" val="1">
          <dgm:alg type="composite">
            <dgm:param type="ar" val="1.3085"/>
          </dgm:alg>
          <dgm:constrLst>
            <dgm:constr type="l" for="ch" forName="childText1_1" refType="w" fact="0.2124"/>
            <dgm:constr type="t" for="ch" forName="childText1_1" refType="h" fact="0"/>
            <dgm:constr type="w" for="ch" forName="childText1_1" refType="w" fact="0.5759"/>
            <dgm:constr type="h" for="ch" forName="childText1_1" refType="h" fact="0.7535"/>
            <dgm:constr type="l" for="ch" forName="ellipse1" refType="w" fact="0"/>
            <dgm:constr type="t" for="ch" forName="ellipse1" refType="h" fact="0.63"/>
            <dgm:constr type="w" for="ch" forName="ellipse1" refType="w" fact="0.2828"/>
            <dgm:constr type="h" for="ch" forName="ellipse1" refType="h" fact="0.37"/>
            <dgm:constr type="l" for="ch" forName="ellipse2" refType="w" fact="0.82"/>
            <dgm:constr type="t" for="ch" forName="ellipse2" refType="h" fact="0.17"/>
            <dgm:constr type="w" for="ch" forName="ellipse2" refType="w" fact="0.1645"/>
            <dgm:constr type="h" for="ch" forName="ellipse2" refType="h" fact="0.2153"/>
          </dgm:constrLst>
        </dgm:if>
        <dgm:if name="Name36" axis="ch ch" ptType="node node" st="1 1" cnt="1 0" func="cnt" op="equ" val="2">
          <dgm:alg type="composite">
            <dgm:param type="ar" val="0.8917"/>
          </dgm:alg>
          <dgm:constrLst>
            <dgm:constr type="l" for="ch" forName="childText1_1" refType="w" fact="0.1864"/>
            <dgm:constr type="t" for="ch" forName="childText1_1" refType="h" fact="0"/>
            <dgm:constr type="w" for="ch" forName="childText1_1" refType="w" fact="0.5055"/>
            <dgm:constr type="h" for="ch" forName="childText1_1" refType="h" fact="0.4507"/>
            <dgm:constr type="l" for="ch" forName="childText1_2" refType="w" fact="0.4945"/>
            <dgm:constr type="t" for="ch" forName="childText1_2" refType="h" fact="0.3929"/>
            <dgm:constr type="w" for="ch" forName="childText1_2" refType="w" fact="0.5055"/>
            <dgm:constr type="h" for="ch" forName="childText1_2" refType="h" fact="0.4507"/>
            <dgm:constr type="l" for="ch" forName="ellipse1" refType="w" fact="0"/>
            <dgm:constr type="t" for="ch" forName="ellipse1" refType="h" fact="0.3768"/>
            <dgm:constr type="w" for="ch" forName="ellipse1" refType="w" fact="0.2482"/>
            <dgm:constr type="h" for="ch" forName="ellipse1" refType="h" fact="0.2213"/>
            <dgm:constr type="l" for="ch" forName="ellipse3" refType="w" fact="0.5474"/>
            <dgm:constr type="t" for="ch" forName="ellipse3" refType="h" fact="0.8712"/>
            <dgm:constr type="w" for="ch" forName="ellipse3" refType="w" fact="0.1444"/>
            <dgm:constr type="h" for="ch" forName="ellipse3" refType="h" fact="0.1288"/>
            <dgm:constr type="l" for="ch" forName="ellipse2" refType="w" fact="0.7333"/>
            <dgm:constr type="t" for="ch" forName="ellipse2" refType="h" fact="0.0887"/>
            <dgm:constr type="w" for="ch" forName="ellipse2" refType="w" fact="0.1444"/>
            <dgm:constr type="h" for="ch" forName="ellipse2" refType="h" fact="0.1288"/>
          </dgm:constrLst>
        </dgm:if>
        <dgm:if name="Name37" axis="ch ch" ptType="node node" st="1 1" cnt="1 0" func="cnt" op="equ" val="3">
          <dgm:alg type="composite">
            <dgm:param type="ar" val="1.0811"/>
          </dgm:alg>
          <dgm:constrLst>
            <dgm:constr type="l" for="ch" forName="childText1_3" refType="w" fact="0.1649"/>
            <dgm:constr type="t" for="ch" forName="childText1_3" refType="h" fact="0.5389"/>
            <dgm:constr type="w" for="ch" forName="childText1_3" refType="w" fact="0.4265"/>
            <dgm:constr type="h" for="ch" forName="childText1_3" refType="h" fact="0.4611"/>
            <dgm:constr type="l" for="ch" forName="childText1_1" refType="w" fact="0.1573"/>
            <dgm:constr type="t" for="ch" forName="childText1_1" refType="h" fact="0"/>
            <dgm:constr type="w" for="ch" forName="childText1_1" refType="w" fact="0.4265"/>
            <dgm:constr type="h" for="ch" forName="childText1_1" refType="h" fact="0.4611"/>
            <dgm:constr type="l" for="ch" forName="childText1_2" refType="w" fact="0.5735"/>
            <dgm:constr type="t" for="ch" forName="childText1_2" refType="h" fact="0.2754"/>
            <dgm:constr type="w" for="ch" forName="childText1_2" refType="w" fact="0.4265"/>
            <dgm:constr type="h" for="ch" forName="childText1_2" refType="h" fact="0.4611"/>
            <dgm:constr type="l" for="ch" forName="ellipse1" refType="w" fact="0"/>
            <dgm:constr type="t" for="ch" forName="ellipse1" refType="h" fact="0.3855"/>
            <dgm:constr type="w" for="ch" forName="ellipse1" refType="w" fact="0.2095"/>
            <dgm:constr type="h" for="ch" forName="ellipse1" refType="h" fact="0.2264"/>
            <dgm:constr type="l" for="ch" forName="ellipse3" refType="w" fact="0.6181"/>
            <dgm:constr type="t" for="ch" forName="ellipse3" refType="h" fact="0.7647"/>
            <dgm:constr type="w" for="ch" forName="ellipse3" refType="w" fact="0.1219"/>
            <dgm:constr type="h" for="ch" forName="ellipse3" refType="h" fact="0.1317"/>
            <dgm:constr type="l" for="ch" forName="ellipse2" refType="w" fact="0.6188"/>
            <dgm:constr type="t" for="ch" forName="ellipse2" refType="h" fact="0.0907"/>
            <dgm:constr type="w" for="ch" forName="ellipse2" refType="w" fact="0.1219"/>
            <dgm:constr type="h" for="ch" forName="ellipse2" refType="h" fact="0.1317"/>
          </dgm:constrLst>
        </dgm:if>
        <dgm:else name="Name38">
          <dgm:alg type="composite">
            <dgm:param type="ar" val="0.9472"/>
          </dgm:alg>
          <dgm:constrLst>
            <dgm:constr type="l" for="ch" forName="childText1_3" refType="w" fact="0"/>
            <dgm:constr type="t" for="ch" forName="childText1_3" refType="h" fact="0.6035"/>
            <dgm:constr type="w" for="ch" forName="childText1_3" refType="w" fact="0.4186"/>
            <dgm:constr type="h" for="ch" forName="childText1_3" refType="h" fact="0.3965"/>
            <dgm:constr type="l" for="ch" forName="childText1_1" refType="w" fact="0.0981"/>
            <dgm:constr type="t" for="ch" forName="childText1_1" refType="h" fact="0"/>
            <dgm:constr type="w" for="ch" forName="childText1_1" refType="w" fact="0.4186"/>
            <dgm:constr type="h" for="ch" forName="childText1_1" refType="h" fact="0.3965"/>
            <dgm:constr type="l" for="ch" forName="childText1_2" refType="w" fact="0.5385"/>
            <dgm:constr type="t" for="ch" forName="childText1_2" refType="h" fact="0.1304"/>
            <dgm:constr type="w" for="ch" forName="childText1_2" refType="w" fact="0.4186"/>
            <dgm:constr type="h" for="ch" forName="childText1_2" refType="h" fact="0.3965"/>
            <dgm:constr type="l" for="ch" forName="ellipse4" refType="w" fact="0.3222"/>
            <dgm:constr type="t" for="ch" forName="ellipse4" refType="h" fact="0.4232"/>
            <dgm:constr type="w" for="ch" forName="ellipse4" refType="w" fact="0.2056"/>
            <dgm:constr type="h" for="ch" forName="ellipse4" refType="h" fact="0.1947"/>
            <dgm:constr type="l" for="ch" forName="ellipse1" refType="w" fact="0.1489"/>
            <dgm:constr type="t" for="ch" forName="ellipse1" refType="h" fact="0.4502"/>
            <dgm:constr type="w" for="ch" forName="ellipse1" refType="w" fact="0.1196"/>
            <dgm:constr type="h" for="ch" forName="ellipse1" refType="h" fact="0.1133"/>
            <dgm:constr type="l" for="ch" forName="ellipse2" refType="w" fact="0.5384"/>
            <dgm:constr type="t" for="ch" forName="ellipse2" refType="h" fact="0.0124"/>
            <dgm:constr type="w" for="ch" forName="ellipse2" refType="w" fact="0.1196"/>
            <dgm:constr type="h" for="ch" forName="ellipse2" refType="h" fact="0.1133"/>
            <dgm:constr type="l" for="ch" forName="childText1_4" refType="w" fact="0.4625"/>
            <dgm:constr type="t" for="ch" forName="childText1_4" refType="h" fact="0.5719"/>
            <dgm:constr type="w" for="ch" forName="childText1_4" refType="w" fact="0.4186"/>
            <dgm:constr type="h" for="ch" forName="childText1_4" refType="h" fact="0.3965"/>
            <dgm:constr type="l" for="ch" forName="ellipse3" refType="w" fact="0.8804"/>
            <dgm:constr type="t" for="ch" forName="ellipse3" refType="h" fact="0.5329"/>
            <dgm:constr type="w" for="ch" forName="ellipse3" refType="w" fact="0.1196"/>
            <dgm:constr type="h" for="ch" forName="ellipse3" refType="h" fact="0.1133"/>
            <dgm:constr type="l" for="ch" forName="ellipse5" refType="w" fact="0.0146"/>
            <dgm:constr type="t" for="ch" forName="ellipse5" refType="h" fact="0.5228"/>
            <dgm:constr type="w" for="ch" forName="ellipse5" refType="w" fact="0.0899"/>
            <dgm:constr type="h" for="ch" forName="ellipse5" refType="h" fact="0.0851"/>
          </dgm:constrLst>
        </dgm:else>
      </dgm:choose>
      <dgm:forEach name="Name39" axis="ch ch" ptType="node node" st="1 1" cnt="1 1">
        <dgm:layoutNode name="childText1_1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1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2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0" axis="ch ch" ptType="node node" st="1 2" cnt="1 1">
        <dgm:layoutNode name="childText1_2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3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Name41" axis="ch ch" ptType="node node" st="1 3" cnt="1 1">
        <dgm:layoutNode name="childText1_3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forEach>
      <dgm:forEach name="Name42" axis="ch ch" ptType="node node" st="1 4" cnt="1 1">
        <dgm:layoutNode name="childText1_4" styleLbl="vennNode1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ellipse4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ellipse5" styleLbl="venn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layoutNode>
    <dgm:choose name="Name43">
      <dgm:if name="Name44" axis="ch ch" ptType="node node" st="3 1" cnt="1 0" func="cnt" op="gte" val="1">
        <dgm:layoutNode name="rightChild">
          <dgm:varLst>
            <dgm:chMax val="0"/>
            <dgm:chPref val="0"/>
          </dgm:varLst>
          <dgm:alg type="tx"/>
          <dgm:shape xmlns:r="http://schemas.openxmlformats.org/officeDocument/2006/relationships" type="ellipse" r:blip="">
            <dgm:adjLst/>
          </dgm:shape>
          <dgm:presOf axis="ch des" ptType="node node" st="3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45"/>
    </dgm:choose>
    <dgm:layoutNode name="parentText1" styleLbl="revTx">
      <dgm:varLst>
        <dgm:chMax val="4"/>
        <dgm:chPref val="3"/>
        <dgm:bulletEnabled val="1"/>
      </dgm:varLst>
      <dgm:alg type="tx"/>
      <dgm:shape xmlns:r="http://schemas.openxmlformats.org/officeDocument/2006/relationships" type="rect" r:blip="">
        <dgm:adjLst/>
      </dgm:shape>
      <dgm:presOf axis="ch self" ptType="node node" st="1 1" cnt="1 0"/>
      <dgm:constrLst>
        <dgm:constr type="lMarg" refType="primFontSz" fact="0.3"/>
        <dgm:constr type="rMarg" refType="primFontSz" fact="0.3"/>
        <dgm:constr type="tMarg" refType="primFontSz" fact="0.3"/>
        <dgm:constr type="bMarg" refType="primFontSz" fact="0.3"/>
      </dgm:constrLst>
      <dgm:ruleLst>
        <dgm:rule type="primFontSz" val="5" fact="NaN" max="NaN"/>
      </dgm:ruleLst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9" name="Picture 8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5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992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3012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641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8022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5210" y="0"/>
            <a:ext cx="545168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09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809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763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853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b="1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92101"/>
            <a:ext cx="9144000" cy="1468792"/>
          </a:xfrm>
        </p:spPr>
        <p:txBody>
          <a:bodyPr>
            <a:normAutofit/>
          </a:bodyPr>
          <a:lstStyle/>
          <a:p>
            <a:r>
              <a:rPr lang="en-AU" sz="3600" b="1" dirty="0"/>
              <a:t>Introduction to Unit</a:t>
            </a:r>
          </a:p>
          <a:p>
            <a:endParaRPr lang="en-AU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92869-0DEC-4190-9E59-FD3B52C9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13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Unit </a:t>
            </a:r>
            <a:r>
              <a:rPr lang="en-AU" b="1" dirty="0"/>
              <a:t>Diagram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823853"/>
              </p:ext>
            </p:extLst>
          </p:nvPr>
        </p:nvGraphicFramePr>
        <p:xfrm>
          <a:off x="344488" y="1509713"/>
          <a:ext cx="11503025" cy="4537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FE78D2-92E7-47D6-AAF3-4AE8E5BE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62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Unit </a:t>
            </a:r>
            <a:r>
              <a:rPr lang="en-AU" b="1" dirty="0"/>
              <a:t>Assessment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/>
              <a:t>Portfolio unit</a:t>
            </a:r>
            <a:br>
              <a:rPr lang="en-AU" dirty="0"/>
            </a:br>
            <a:r>
              <a:rPr lang="en-AU" dirty="0"/>
              <a:t>- No exam</a:t>
            </a:r>
            <a:br>
              <a:rPr lang="en-AU" dirty="0"/>
            </a:br>
            <a:endParaRPr lang="en-AU" dirty="0"/>
          </a:p>
          <a:p>
            <a:r>
              <a:rPr lang="en-AU" dirty="0"/>
              <a:t>Requirements for</a:t>
            </a:r>
            <a:br>
              <a:rPr lang="en-AU" dirty="0"/>
            </a:br>
            <a:r>
              <a:rPr lang="en-AU" dirty="0"/>
              <a:t>- Pass</a:t>
            </a:r>
            <a:br>
              <a:rPr lang="en-AU" dirty="0"/>
            </a:br>
            <a:r>
              <a:rPr lang="en-AU" dirty="0"/>
              <a:t>- Credit</a:t>
            </a:r>
            <a:br>
              <a:rPr lang="en-AU" dirty="0"/>
            </a:br>
            <a:r>
              <a:rPr lang="en-AU" dirty="0"/>
              <a:t>- Distinction</a:t>
            </a:r>
            <a:br>
              <a:rPr lang="en-AU" dirty="0"/>
            </a:br>
            <a:r>
              <a:rPr lang="en-AU" dirty="0"/>
              <a:t>- High Distinction</a:t>
            </a:r>
          </a:p>
          <a:p>
            <a:endParaRPr lang="en-AU" dirty="0"/>
          </a:p>
          <a:p>
            <a:r>
              <a:rPr lang="en-AU" dirty="0"/>
              <a:t>See Canvas &gt; Unit Assessment for more specifics on the above</a:t>
            </a:r>
            <a:br>
              <a:rPr lang="en-AU" dirty="0"/>
            </a:br>
            <a:endParaRPr lang="en-A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B99EC8-F24D-4499-A1FE-E4325E66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37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276590"/>
            <a:ext cx="11503576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Unit </a:t>
            </a:r>
            <a:br>
              <a:rPr lang="en-AU" dirty="0"/>
            </a:br>
            <a:r>
              <a:rPr lang="en-AU" b="1" dirty="0"/>
              <a:t>Schedule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E27E20-66A6-455E-80D9-09FE64292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975A9D-8F71-3B9D-829A-633E6BC6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12" y="370520"/>
            <a:ext cx="7648720" cy="626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7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Unit </a:t>
            </a:r>
            <a:r>
              <a:rPr lang="en-AU" b="1" dirty="0"/>
              <a:t>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295074"/>
            <a:ext cx="11503576" cy="45366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dirty="0"/>
              <a:t>Microsoft Access </a:t>
            </a:r>
          </a:p>
          <a:p>
            <a:pPr>
              <a:lnSpc>
                <a:spcPct val="150000"/>
              </a:lnSpc>
            </a:pPr>
            <a:r>
              <a:rPr lang="en-AU" dirty="0"/>
              <a:t>Microsoft Power BI</a:t>
            </a:r>
          </a:p>
          <a:p>
            <a:pPr>
              <a:lnSpc>
                <a:spcPct val="150000"/>
              </a:lnSpc>
            </a:pPr>
            <a:r>
              <a:rPr lang="en-AU" dirty="0"/>
              <a:t>SQL and </a:t>
            </a:r>
            <a:r>
              <a:rPr lang="en-AU" dirty="0" err="1"/>
              <a:t>iSQLJr</a:t>
            </a:r>
            <a:r>
              <a:rPr lang="en-AU" dirty="0"/>
              <a:t> (Oracle)</a:t>
            </a:r>
          </a:p>
          <a:p>
            <a:pPr>
              <a:lnSpc>
                <a:spcPct val="150000"/>
              </a:lnSpc>
            </a:pPr>
            <a:r>
              <a:rPr lang="en-AU" dirty="0"/>
              <a:t>ERD Modelling (and Microsoft Visio, Draw i.0)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5D492-0D20-4214-A081-1A123F2D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3201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Communications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AU" dirty="0"/>
              <a:t>Large student body.</a:t>
            </a:r>
          </a:p>
          <a:p>
            <a:pPr>
              <a:lnSpc>
                <a:spcPct val="150000"/>
              </a:lnSpc>
            </a:pPr>
            <a:r>
              <a:rPr lang="en-AU" dirty="0"/>
              <a:t>Canvas announcements.</a:t>
            </a:r>
          </a:p>
          <a:p>
            <a:pPr>
              <a:lnSpc>
                <a:spcPct val="150000"/>
              </a:lnSpc>
            </a:pPr>
            <a:r>
              <a:rPr lang="en-AU" dirty="0"/>
              <a:t>Questions:</a:t>
            </a:r>
          </a:p>
          <a:p>
            <a:pPr lvl="1">
              <a:lnSpc>
                <a:spcPct val="150000"/>
              </a:lnSpc>
            </a:pPr>
            <a:r>
              <a:rPr lang="en-AU" b="1" dirty="0"/>
              <a:t>Contact your tutor first.</a:t>
            </a:r>
          </a:p>
          <a:p>
            <a:pPr lvl="1">
              <a:lnSpc>
                <a:spcPct val="150000"/>
              </a:lnSpc>
            </a:pPr>
            <a:r>
              <a:rPr lang="en-AU" dirty="0"/>
              <a:t>Best method of communication is by email.</a:t>
            </a:r>
          </a:p>
          <a:p>
            <a:pPr lvl="1">
              <a:lnSpc>
                <a:spcPct val="150000"/>
              </a:lnSpc>
            </a:pPr>
            <a:r>
              <a:rPr lang="en-AU" dirty="0"/>
              <a:t>Tutor will refer issue to Convenor if required.</a:t>
            </a:r>
          </a:p>
          <a:p>
            <a:pPr lvl="1">
              <a:lnSpc>
                <a:spcPct val="150000"/>
              </a:lnSpc>
            </a:pPr>
            <a:endParaRPr lang="en-AU" dirty="0"/>
          </a:p>
          <a:p>
            <a:pPr>
              <a:lnSpc>
                <a:spcPct val="150000"/>
              </a:lnSpc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279F9-1CD6-4F4F-BE66-E6BC00CC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49465A-8857-432B-B8F7-DAABA936F9E1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01684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8F006C9-65F3-430C-8CBE-92C89A6F4650}" vid="{8B552470-14E2-4541-94E0-A0FC88D4D66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2749</TotalTime>
  <Words>169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Open Sans</vt:lpstr>
      <vt:lpstr>Swinburne - Light</vt:lpstr>
      <vt:lpstr>INF10025 Data Management and Analytics</vt:lpstr>
      <vt:lpstr>Unit Diagram</vt:lpstr>
      <vt:lpstr>Unit Assessment</vt:lpstr>
      <vt:lpstr>Unit  Schedule</vt:lpstr>
      <vt:lpstr>Unit Tools and Techniques</vt:lpstr>
      <vt:lpstr>Communications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INF10025 Data Management and Analytics</dc:title>
  <dc:creator>Robert Tipping</dc:creator>
  <cp:lastModifiedBy>Robert Tipping</cp:lastModifiedBy>
  <cp:revision>2</cp:revision>
  <dcterms:created xsi:type="dcterms:W3CDTF">2023-01-31T01:54:52Z</dcterms:created>
  <dcterms:modified xsi:type="dcterms:W3CDTF">2023-02-01T23:43:56Z</dcterms:modified>
</cp:coreProperties>
</file>